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7" r:id="rId2"/>
    <p:sldId id="258" r:id="rId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6327"/>
  </p:normalViewPr>
  <p:slideViewPr>
    <p:cSldViewPr snapToGrid="0" snapToObjects="1">
      <p:cViewPr varScale="1">
        <p:scale>
          <a:sx n="128" d="100"/>
          <a:sy n="128" d="100"/>
        </p:scale>
        <p:origin x="17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88DE6-8A4E-3D4E-9241-547A204259C7}" type="datetimeFigureOut">
              <a:rPr kumimoji="1" lang="zh-TW" altLang="en-US" smtClean="0"/>
              <a:t>2019/12/17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B5F20-6483-5D44-8EAB-41675DD87140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4927656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88DE6-8A4E-3D4E-9241-547A204259C7}" type="datetimeFigureOut">
              <a:rPr kumimoji="1" lang="zh-TW" altLang="en-US" smtClean="0"/>
              <a:t>2019/12/17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B5F20-6483-5D44-8EAB-41675DD87140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4939671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88DE6-8A4E-3D4E-9241-547A204259C7}" type="datetimeFigureOut">
              <a:rPr kumimoji="1" lang="zh-TW" altLang="en-US" smtClean="0"/>
              <a:t>2019/12/17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B5F20-6483-5D44-8EAB-41675DD87140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1818074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88DE6-8A4E-3D4E-9241-547A204259C7}" type="datetimeFigureOut">
              <a:rPr kumimoji="1" lang="zh-TW" altLang="en-US" smtClean="0"/>
              <a:t>2019/12/17</a:t>
            </a:fld>
            <a:endParaRPr kumimoji="1"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B5F20-6483-5D44-8EAB-41675DD87140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36738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88DE6-8A4E-3D4E-9241-547A204259C7}" type="datetimeFigureOut">
              <a:rPr kumimoji="1" lang="zh-TW" altLang="en-US" smtClean="0"/>
              <a:t>2019/12/17</a:t>
            </a:fld>
            <a:endParaRPr kumimoji="1"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B5F20-6483-5D44-8EAB-41675DD87140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275161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88DE6-8A4E-3D4E-9241-547A204259C7}" type="datetimeFigureOut">
              <a:rPr kumimoji="1" lang="zh-TW" altLang="en-US" smtClean="0"/>
              <a:t>2019/12/17</a:t>
            </a:fld>
            <a:endParaRPr kumimoji="1"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B5F20-6483-5D44-8EAB-41675DD87140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8105971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88DE6-8A4E-3D4E-9241-547A204259C7}" type="datetimeFigureOut">
              <a:rPr kumimoji="1" lang="zh-TW" altLang="en-US" smtClean="0"/>
              <a:t>2019/12/17</a:t>
            </a:fld>
            <a:endParaRPr kumimoji="1"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B5F20-6483-5D44-8EAB-41675DD87140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1468116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88DE6-8A4E-3D4E-9241-547A204259C7}" type="datetimeFigureOut">
              <a:rPr kumimoji="1" lang="zh-TW" altLang="en-US" smtClean="0"/>
              <a:t>2019/12/17</a:t>
            </a:fld>
            <a:endParaRPr kumimoji="1"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B5F20-6483-5D44-8EAB-41675DD87140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0424136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88DE6-8A4E-3D4E-9241-547A204259C7}" type="datetimeFigureOut">
              <a:rPr kumimoji="1" lang="zh-TW" altLang="en-US" smtClean="0"/>
              <a:t>2019/12/17</a:t>
            </a:fld>
            <a:endParaRPr kumimoji="1"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B5F20-6483-5D44-8EAB-41675DD87140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5269746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88DE6-8A4E-3D4E-9241-547A204259C7}" type="datetimeFigureOut">
              <a:rPr kumimoji="1" lang="zh-TW" altLang="en-US" smtClean="0"/>
              <a:t>2019/12/17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B5F20-6483-5D44-8EAB-41675DD87140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3475640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88DE6-8A4E-3D4E-9241-547A204259C7}" type="datetimeFigureOut">
              <a:rPr kumimoji="1" lang="zh-TW" altLang="en-US" smtClean="0"/>
              <a:t>2019/12/17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B5F20-6483-5D44-8EAB-41675DD87140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625250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B88DE6-8A4E-3D4E-9241-547A204259C7}" type="datetimeFigureOut">
              <a:rPr kumimoji="1" lang="zh-TW" altLang="en-US" smtClean="0"/>
              <a:t>2019/12/17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FB5F20-6483-5D44-8EAB-41675DD87140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166764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wolframalpha.com/input/?i=pi%2F4%2B+sum%28+%28%281-cos%28n*pi%29%29%2F%28n*n*pi%29%29*cos%28n*x%29+%2B+%28sin%28n*x%29%2Fn%29+%29%2C+n%3D1+to+5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www.wolframalpha.com/input/?i=sum%28+%282%2F%28n*pi%29%29*%281-cos%28n*pi%29%29+*sin%28n*x%29%29%2C+n%3D1+to+10%2C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D16BDEA-3927-0446-B4BF-45E51E2401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443" y="6331226"/>
            <a:ext cx="7886700" cy="361381"/>
          </a:xfrm>
        </p:spPr>
        <p:txBody>
          <a:bodyPr/>
          <a:lstStyle/>
          <a:p>
            <a:pPr marL="0" indent="0">
              <a:buNone/>
            </a:pPr>
            <a:r>
              <a:rPr lang="en" altLang="zh-TW" sz="900" dirty="0">
                <a:hlinkClick r:id="rId2"/>
              </a:rPr>
              <a:t>https://www.wolframalpha.com/input/?i=pi%2F4%2B+sum%28+%28%281-cos%28n*pi%29%29%2F%28n*n*pi%29%29*cos%28n*x%29+%2B+%28sin%28n*x%29%2Fn%29+%29%2C+n%3D1+to+5</a:t>
            </a:r>
            <a:endParaRPr lang="en" altLang="zh-TW" sz="900" dirty="0"/>
          </a:p>
          <a:p>
            <a:pPr marL="0" indent="0">
              <a:buNone/>
            </a:pPr>
            <a:endParaRPr kumimoji="1"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BDFCAFEE-86E5-4243-8647-D3AC7211C5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9090" y="715304"/>
            <a:ext cx="3253362" cy="395608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7D340D61-9827-2744-A14D-F8A4D8F73D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2117" y="715304"/>
            <a:ext cx="4301649" cy="395608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F5E7E09F-19D2-CE4D-9C7F-6211AEFFFF26}"/>
              </a:ext>
            </a:extLst>
          </p:cNvPr>
          <p:cNvSpPr/>
          <p:nvPr/>
        </p:nvSpPr>
        <p:spPr>
          <a:xfrm>
            <a:off x="1349443" y="79512"/>
            <a:ext cx="779455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zh-TW" altLang="en-US" dirty="0"/>
              <a:t>pi/4+ sum( ((1-cos(n*pi))/(n*n*pi))*cos(n*x) + (sin(n*x)/n) ), n=1 to 20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7F03CCDE-9BC1-054A-89C7-5A49CC5AE8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50700"/>
            <a:ext cx="2899424" cy="432352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70115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988D146-5414-8148-B288-677EB0BA0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" altLang="zh-TW" sz="2400" dirty="0"/>
              <a:t>sum( (2/(n*pi))*(1-cos(n*pi)) *sin(n*x)), n=1 to 10</a:t>
            </a:r>
            <a:endParaRPr kumimoji="1" lang="zh-TW" altLang="en-US" sz="2400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C298FE6-4127-F345-973A-3C430AC244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1206" y="6077985"/>
            <a:ext cx="7886700" cy="7800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" altLang="zh-TW" sz="1200" dirty="0">
                <a:hlinkClick r:id="rId2"/>
              </a:rPr>
              <a:t>https://www.wolframalpha.com/input/?i=sum%28+%282%2F%28n*pi%29%29*%281-cos%28n*pi%29%29+*sin%28n*x%29%29%2C+n%3D1+to+10%2C</a:t>
            </a:r>
            <a:endParaRPr kumimoji="1" lang="zh-TW" altLang="en-US" sz="1200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88DFFC3F-60FC-8F44-80B8-79EE0B0108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1463537"/>
            <a:ext cx="5981700" cy="422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91101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</TotalTime>
  <Words>190</Words>
  <Application>Microsoft Macintosh PowerPoint</Application>
  <PresentationFormat>如螢幕大小 (4:3)</PresentationFormat>
  <Paragraphs>4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佈景主題</vt:lpstr>
      <vt:lpstr>PowerPoint 簡報</vt:lpstr>
      <vt:lpstr>sum( (2/(n*pi))*(1-cos(n*pi)) *sin(n*x)), n=1 to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CC Lee</dc:creator>
  <cp:lastModifiedBy>CC Lee</cp:lastModifiedBy>
  <cp:revision>2</cp:revision>
  <dcterms:created xsi:type="dcterms:W3CDTF">2019-12-17T02:17:19Z</dcterms:created>
  <dcterms:modified xsi:type="dcterms:W3CDTF">2019-12-17T02:33:49Z</dcterms:modified>
</cp:coreProperties>
</file>