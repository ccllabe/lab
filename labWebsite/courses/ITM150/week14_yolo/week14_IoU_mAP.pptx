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516" r:id="rId3"/>
    <p:sldId id="517" r:id="rId4"/>
    <p:sldId id="518" r:id="rId5"/>
    <p:sldId id="519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59" autoAdjust="0"/>
    <p:restoredTop sz="96100" autoAdjust="0"/>
  </p:normalViewPr>
  <p:slideViewPr>
    <p:cSldViewPr snapToGrid="0">
      <p:cViewPr varScale="1">
        <p:scale>
          <a:sx n="120" d="100"/>
          <a:sy n="120" d="100"/>
        </p:scale>
        <p:origin x="3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-Ching Lee" userId="7309231c4353d1c0" providerId="LiveId" clId="{8D2B782C-A6B8-6445-BEDC-31A5DB3BBDAC}"/>
    <pc:docChg chg="undo custSel addSld delSld modSld">
      <pc:chgData name="Chi-Ching Lee" userId="7309231c4353d1c0" providerId="LiveId" clId="{8D2B782C-A6B8-6445-BEDC-31A5DB3BBDAC}" dt="2024-05-23T22:59:00.342" v="341" actId="13822"/>
      <pc:docMkLst>
        <pc:docMk/>
      </pc:docMkLst>
      <pc:sldChg chg="modSp mod">
        <pc:chgData name="Chi-Ching Lee" userId="7309231c4353d1c0" providerId="LiveId" clId="{8D2B782C-A6B8-6445-BEDC-31A5DB3BBDAC}" dt="2024-05-23T22:41:04.430" v="10" actId="20577"/>
        <pc:sldMkLst>
          <pc:docMk/>
          <pc:sldMk cId="3729187678" sldId="256"/>
        </pc:sldMkLst>
        <pc:spChg chg="mod">
          <ac:chgData name="Chi-Ching Lee" userId="7309231c4353d1c0" providerId="LiveId" clId="{8D2B782C-A6B8-6445-BEDC-31A5DB3BBDAC}" dt="2024-05-23T22:41:02.311" v="9" actId="20577"/>
          <ac:spMkLst>
            <pc:docMk/>
            <pc:sldMk cId="3729187678" sldId="256"/>
            <ac:spMk id="2" creationId="{B09FF31D-D8A0-F23B-D6F8-370245126997}"/>
          </ac:spMkLst>
        </pc:spChg>
        <pc:spChg chg="mod">
          <ac:chgData name="Chi-Ching Lee" userId="7309231c4353d1c0" providerId="LiveId" clId="{8D2B782C-A6B8-6445-BEDC-31A5DB3BBDAC}" dt="2024-05-23T22:41:04.430" v="10" actId="20577"/>
          <ac:spMkLst>
            <pc:docMk/>
            <pc:sldMk cId="3729187678" sldId="256"/>
            <ac:spMk id="3" creationId="{B8C274E2-0513-B7B2-4189-B4CAC09809DF}"/>
          </ac:spMkLst>
        </pc:spChg>
      </pc:sldChg>
      <pc:sldChg chg="del">
        <pc:chgData name="Chi-Ching Lee" userId="7309231c4353d1c0" providerId="LiveId" clId="{8D2B782C-A6B8-6445-BEDC-31A5DB3BBDAC}" dt="2024-05-23T22:41:07.318" v="11" actId="2696"/>
        <pc:sldMkLst>
          <pc:docMk/>
          <pc:sldMk cId="111500742" sldId="513"/>
        </pc:sldMkLst>
      </pc:sldChg>
      <pc:sldChg chg="del">
        <pc:chgData name="Chi-Ching Lee" userId="7309231c4353d1c0" providerId="LiveId" clId="{8D2B782C-A6B8-6445-BEDC-31A5DB3BBDAC}" dt="2024-05-23T22:41:07.330" v="12" actId="2696"/>
        <pc:sldMkLst>
          <pc:docMk/>
          <pc:sldMk cId="1869791578" sldId="514"/>
        </pc:sldMkLst>
      </pc:sldChg>
      <pc:sldChg chg="del">
        <pc:chgData name="Chi-Ching Lee" userId="7309231c4353d1c0" providerId="LiveId" clId="{8D2B782C-A6B8-6445-BEDC-31A5DB3BBDAC}" dt="2024-05-23T22:41:09.607" v="14" actId="2696"/>
        <pc:sldMkLst>
          <pc:docMk/>
          <pc:sldMk cId="3870774563" sldId="515"/>
        </pc:sldMkLst>
      </pc:sldChg>
      <pc:sldChg chg="addSp delSp modSp mod">
        <pc:chgData name="Chi-Ching Lee" userId="7309231c4353d1c0" providerId="LiveId" clId="{8D2B782C-A6B8-6445-BEDC-31A5DB3BBDAC}" dt="2024-05-23T22:50:07.289" v="155" actId="1076"/>
        <pc:sldMkLst>
          <pc:docMk/>
          <pc:sldMk cId="94931989" sldId="516"/>
        </pc:sldMkLst>
        <pc:spChg chg="mod">
          <ac:chgData name="Chi-Ching Lee" userId="7309231c4353d1c0" providerId="LiveId" clId="{8D2B782C-A6B8-6445-BEDC-31A5DB3BBDAC}" dt="2024-05-23T22:41:40.120" v="22" actId="20577"/>
          <ac:spMkLst>
            <pc:docMk/>
            <pc:sldMk cId="94931989" sldId="516"/>
            <ac:spMk id="2" creationId="{356528D1-FC1C-5FAD-F028-D16C589EEE11}"/>
          </ac:spMkLst>
        </pc:spChg>
        <pc:spChg chg="mod">
          <ac:chgData name="Chi-Ching Lee" userId="7309231c4353d1c0" providerId="LiveId" clId="{8D2B782C-A6B8-6445-BEDC-31A5DB3BBDAC}" dt="2024-05-23T22:43:49.285" v="52" actId="1076"/>
          <ac:spMkLst>
            <pc:docMk/>
            <pc:sldMk cId="94931989" sldId="516"/>
            <ac:spMk id="3" creationId="{1FEC2499-A7E1-3D4C-F6EB-ABC961350BF9}"/>
          </ac:spMkLst>
        </pc:spChg>
        <pc:spChg chg="add">
          <ac:chgData name="Chi-Ching Lee" userId="7309231c4353d1c0" providerId="LiveId" clId="{8D2B782C-A6B8-6445-BEDC-31A5DB3BBDAC}" dt="2024-05-23T22:43:33.721" v="48"/>
          <ac:spMkLst>
            <pc:docMk/>
            <pc:sldMk cId="94931989" sldId="516"/>
            <ac:spMk id="7" creationId="{3845150C-84F9-9C35-EED7-8BF78295E702}"/>
          </ac:spMkLst>
        </pc:spChg>
        <pc:spChg chg="mod">
          <ac:chgData name="Chi-Ching Lee" userId="7309231c4353d1c0" providerId="LiveId" clId="{8D2B782C-A6B8-6445-BEDC-31A5DB3BBDAC}" dt="2024-05-23T22:50:07.289" v="155" actId="1076"/>
          <ac:spMkLst>
            <pc:docMk/>
            <pc:sldMk cId="94931989" sldId="516"/>
            <ac:spMk id="11" creationId="{237CD6BD-F224-53A0-82F7-DCDF4E1ABE7A}"/>
          </ac:spMkLst>
        </pc:spChg>
        <pc:spChg chg="add mod">
          <ac:chgData name="Chi-Ching Lee" userId="7309231c4353d1c0" providerId="LiveId" clId="{8D2B782C-A6B8-6445-BEDC-31A5DB3BBDAC}" dt="2024-05-23T22:44:41.244" v="58" actId="1076"/>
          <ac:spMkLst>
            <pc:docMk/>
            <pc:sldMk cId="94931989" sldId="516"/>
            <ac:spMk id="12" creationId="{7DCB7668-DD74-3171-613D-0A3BF6643957}"/>
          </ac:spMkLst>
        </pc:spChg>
        <pc:grpChg chg="del">
          <ac:chgData name="Chi-Ching Lee" userId="7309231c4353d1c0" providerId="LiveId" clId="{8D2B782C-A6B8-6445-BEDC-31A5DB3BBDAC}" dt="2024-05-23T22:41:44.630" v="26" actId="478"/>
          <ac:grpSpMkLst>
            <pc:docMk/>
            <pc:sldMk cId="94931989" sldId="516"/>
            <ac:grpSpMk id="5" creationId="{5589E9C8-3ECD-46E4-2780-E8A8563B2B8A}"/>
          </ac:grpSpMkLst>
        </pc:grpChg>
        <pc:picChg chg="add del mod">
          <ac:chgData name="Chi-Ching Lee" userId="7309231c4353d1c0" providerId="LiveId" clId="{8D2B782C-A6B8-6445-BEDC-31A5DB3BBDAC}" dt="2024-05-23T22:43:32.297" v="47" actId="478"/>
          <ac:picMkLst>
            <pc:docMk/>
            <pc:sldMk cId="94931989" sldId="516"/>
            <ac:picMk id="6" creationId="{8F478E1D-7193-B532-78B4-CC2908631647}"/>
          </ac:picMkLst>
        </pc:picChg>
        <pc:picChg chg="add del mod">
          <ac:chgData name="Chi-Ching Lee" userId="7309231c4353d1c0" providerId="LiveId" clId="{8D2B782C-A6B8-6445-BEDC-31A5DB3BBDAC}" dt="2024-05-23T22:45:04.474" v="81" actId="478"/>
          <ac:picMkLst>
            <pc:docMk/>
            <pc:sldMk cId="94931989" sldId="516"/>
            <ac:picMk id="9" creationId="{7AF7799C-6AD9-118F-40F4-4939D4CB29DD}"/>
          </ac:picMkLst>
        </pc:picChg>
        <pc:picChg chg="add mod">
          <ac:chgData name="Chi-Ching Lee" userId="7309231c4353d1c0" providerId="LiveId" clId="{8D2B782C-A6B8-6445-BEDC-31A5DB3BBDAC}" dt="2024-05-23T22:45:11.610" v="85" actId="14100"/>
          <ac:picMkLst>
            <pc:docMk/>
            <pc:sldMk cId="94931989" sldId="516"/>
            <ac:picMk id="13" creationId="{E48C04DC-674C-359D-C78D-34C0743C9800}"/>
          </ac:picMkLst>
        </pc:picChg>
      </pc:sldChg>
      <pc:sldChg chg="addSp modSp new mod">
        <pc:chgData name="Chi-Ching Lee" userId="7309231c4353d1c0" providerId="LiveId" clId="{8D2B782C-A6B8-6445-BEDC-31A5DB3BBDAC}" dt="2024-05-23T22:49:57.611" v="152"/>
        <pc:sldMkLst>
          <pc:docMk/>
          <pc:sldMk cId="621375717" sldId="517"/>
        </pc:sldMkLst>
        <pc:spChg chg="mod">
          <ac:chgData name="Chi-Ching Lee" userId="7309231c4353d1c0" providerId="LiveId" clId="{8D2B782C-A6B8-6445-BEDC-31A5DB3BBDAC}" dt="2024-05-23T22:46:27.429" v="92"/>
          <ac:spMkLst>
            <pc:docMk/>
            <pc:sldMk cId="621375717" sldId="517"/>
            <ac:spMk id="2" creationId="{9DD8438C-FD72-7283-CE76-2B9254479B31}"/>
          </ac:spMkLst>
        </pc:spChg>
        <pc:spChg chg="mod">
          <ac:chgData name="Chi-Ching Lee" userId="7309231c4353d1c0" providerId="LiveId" clId="{8D2B782C-A6B8-6445-BEDC-31A5DB3BBDAC}" dt="2024-05-23T22:47:05.550" v="109" actId="1035"/>
          <ac:spMkLst>
            <pc:docMk/>
            <pc:sldMk cId="621375717" sldId="517"/>
            <ac:spMk id="3" creationId="{634BBBE8-FF34-3FF5-213C-EFFA2AACE80E}"/>
          </ac:spMkLst>
        </pc:spChg>
        <pc:spChg chg="add mod">
          <ac:chgData name="Chi-Ching Lee" userId="7309231c4353d1c0" providerId="LiveId" clId="{8D2B782C-A6B8-6445-BEDC-31A5DB3BBDAC}" dt="2024-05-23T22:49:48.118" v="145" actId="1076"/>
          <ac:spMkLst>
            <pc:docMk/>
            <pc:sldMk cId="621375717" sldId="517"/>
            <ac:spMk id="10" creationId="{416715C4-73B7-AA08-2D44-14B2E8FB1513}"/>
          </ac:spMkLst>
        </pc:spChg>
        <pc:spChg chg="add mod">
          <ac:chgData name="Chi-Ching Lee" userId="7309231c4353d1c0" providerId="LiveId" clId="{8D2B782C-A6B8-6445-BEDC-31A5DB3BBDAC}" dt="2024-05-23T22:49:57.611" v="152"/>
          <ac:spMkLst>
            <pc:docMk/>
            <pc:sldMk cId="621375717" sldId="517"/>
            <ac:spMk id="11" creationId="{A42AFBC7-694D-7647-3481-0394C7266234}"/>
          </ac:spMkLst>
        </pc:spChg>
        <pc:picChg chg="add mod">
          <ac:chgData name="Chi-Ching Lee" userId="7309231c4353d1c0" providerId="LiveId" clId="{8D2B782C-A6B8-6445-BEDC-31A5DB3BBDAC}" dt="2024-05-23T22:49:32.048" v="134" actId="1035"/>
          <ac:picMkLst>
            <pc:docMk/>
            <pc:sldMk cId="621375717" sldId="517"/>
            <ac:picMk id="5" creationId="{F906882A-C90C-F95A-D8A6-3C1C4CE9093F}"/>
          </ac:picMkLst>
        </pc:picChg>
        <pc:picChg chg="add mod">
          <ac:chgData name="Chi-Ching Lee" userId="7309231c4353d1c0" providerId="LiveId" clId="{8D2B782C-A6B8-6445-BEDC-31A5DB3BBDAC}" dt="2024-05-23T22:49:34.481" v="135" actId="1076"/>
          <ac:picMkLst>
            <pc:docMk/>
            <pc:sldMk cId="621375717" sldId="517"/>
            <ac:picMk id="6" creationId="{309EAD5F-BB10-2B75-B3C1-BC4DDDBFAB84}"/>
          </ac:picMkLst>
        </pc:picChg>
        <pc:picChg chg="add mod">
          <ac:chgData name="Chi-Ching Lee" userId="7309231c4353d1c0" providerId="LiveId" clId="{8D2B782C-A6B8-6445-BEDC-31A5DB3BBDAC}" dt="2024-05-23T22:49:51.092" v="151" actId="1035"/>
          <ac:picMkLst>
            <pc:docMk/>
            <pc:sldMk cId="621375717" sldId="517"/>
            <ac:picMk id="2050" creationId="{4E6D6116-2444-E0B8-80F0-3CB633AE083F}"/>
          </ac:picMkLst>
        </pc:picChg>
        <pc:cxnChg chg="add mod">
          <ac:chgData name="Chi-Ching Lee" userId="7309231c4353d1c0" providerId="LiveId" clId="{8D2B782C-A6B8-6445-BEDC-31A5DB3BBDAC}" dt="2024-05-23T22:47:40.119" v="123" actId="208"/>
          <ac:cxnSpMkLst>
            <pc:docMk/>
            <pc:sldMk cId="621375717" sldId="517"/>
            <ac:cxnSpMk id="8" creationId="{DA3FD0B8-03E2-B3F8-CF07-64E58F7AADB5}"/>
          </ac:cxnSpMkLst>
        </pc:cxnChg>
      </pc:sldChg>
      <pc:sldChg chg="del">
        <pc:chgData name="Chi-Ching Lee" userId="7309231c4353d1c0" providerId="LiveId" clId="{8D2B782C-A6B8-6445-BEDC-31A5DB3BBDAC}" dt="2024-05-23T22:41:11.950" v="17" actId="2696"/>
        <pc:sldMkLst>
          <pc:docMk/>
          <pc:sldMk cId="2369939011" sldId="517"/>
        </pc:sldMkLst>
      </pc:sldChg>
      <pc:sldChg chg="del">
        <pc:chgData name="Chi-Ching Lee" userId="7309231c4353d1c0" providerId="LiveId" clId="{8D2B782C-A6B8-6445-BEDC-31A5DB3BBDAC}" dt="2024-05-23T22:41:11.912" v="15" actId="2696"/>
        <pc:sldMkLst>
          <pc:docMk/>
          <pc:sldMk cId="2380082506" sldId="518"/>
        </pc:sldMkLst>
      </pc:sldChg>
      <pc:sldChg chg="addSp modSp new mod">
        <pc:chgData name="Chi-Ching Lee" userId="7309231c4353d1c0" providerId="LiveId" clId="{8D2B782C-A6B8-6445-BEDC-31A5DB3BBDAC}" dt="2024-05-23T22:58:47.959" v="339"/>
        <pc:sldMkLst>
          <pc:docMk/>
          <pc:sldMk cId="2462241688" sldId="518"/>
        </pc:sldMkLst>
        <pc:spChg chg="mod">
          <ac:chgData name="Chi-Ching Lee" userId="7309231c4353d1c0" providerId="LiveId" clId="{8D2B782C-A6B8-6445-BEDC-31A5DB3BBDAC}" dt="2024-05-23T22:51:02.827" v="164" actId="20577"/>
          <ac:spMkLst>
            <pc:docMk/>
            <pc:sldMk cId="2462241688" sldId="518"/>
            <ac:spMk id="2" creationId="{E85DD4D9-61C5-F227-3E87-780795F4D517}"/>
          </ac:spMkLst>
        </pc:spChg>
        <pc:spChg chg="mod">
          <ac:chgData name="Chi-Ching Lee" userId="7309231c4353d1c0" providerId="LiveId" clId="{8D2B782C-A6B8-6445-BEDC-31A5DB3BBDAC}" dt="2024-05-23T22:53:39.813" v="334" actId="20577"/>
          <ac:spMkLst>
            <pc:docMk/>
            <pc:sldMk cId="2462241688" sldId="518"/>
            <ac:spMk id="3" creationId="{C3F3BCB8-4C03-6CB9-1C88-50513CD5ABF6}"/>
          </ac:spMkLst>
        </pc:spChg>
        <pc:spChg chg="add mod">
          <ac:chgData name="Chi-Ching Lee" userId="7309231c4353d1c0" providerId="LiveId" clId="{8D2B782C-A6B8-6445-BEDC-31A5DB3BBDAC}" dt="2024-05-23T22:58:47.959" v="339"/>
          <ac:spMkLst>
            <pc:docMk/>
            <pc:sldMk cId="2462241688" sldId="518"/>
            <ac:spMk id="5" creationId="{3C9EED25-8F69-4C71-7F82-78C29A28B618}"/>
          </ac:spMkLst>
        </pc:spChg>
      </pc:sldChg>
      <pc:sldChg chg="del">
        <pc:chgData name="Chi-Ching Lee" userId="7309231c4353d1c0" providerId="LiveId" clId="{8D2B782C-A6B8-6445-BEDC-31A5DB3BBDAC}" dt="2024-05-23T22:41:09.579" v="13" actId="2696"/>
        <pc:sldMkLst>
          <pc:docMk/>
          <pc:sldMk cId="3179265246" sldId="519"/>
        </pc:sldMkLst>
      </pc:sldChg>
      <pc:sldChg chg="addSp delSp modSp new mod">
        <pc:chgData name="Chi-Ching Lee" userId="7309231c4353d1c0" providerId="LiveId" clId="{8D2B782C-A6B8-6445-BEDC-31A5DB3BBDAC}" dt="2024-05-23T22:59:00.342" v="341" actId="13822"/>
        <pc:sldMkLst>
          <pc:docMk/>
          <pc:sldMk cId="3552325736" sldId="519"/>
        </pc:sldMkLst>
        <pc:spChg chg="del">
          <ac:chgData name="Chi-Ching Lee" userId="7309231c4353d1c0" providerId="LiveId" clId="{8D2B782C-A6B8-6445-BEDC-31A5DB3BBDAC}" dt="2024-05-23T22:57:04.178" v="337" actId="478"/>
          <ac:spMkLst>
            <pc:docMk/>
            <pc:sldMk cId="3552325736" sldId="519"/>
            <ac:spMk id="2" creationId="{F7D4ACAA-308C-FB38-7328-F72B2F4EDC32}"/>
          </ac:spMkLst>
        </pc:spChg>
        <pc:spChg chg="del">
          <ac:chgData name="Chi-Ching Lee" userId="7309231c4353d1c0" providerId="LiveId" clId="{8D2B782C-A6B8-6445-BEDC-31A5DB3BBDAC}" dt="2024-05-23T22:57:01.878" v="336"/>
          <ac:spMkLst>
            <pc:docMk/>
            <pc:sldMk cId="3552325736" sldId="519"/>
            <ac:spMk id="3" creationId="{7E0CCCA0-B35C-8CDD-3FCB-0400FCCD4DD0}"/>
          </ac:spMkLst>
        </pc:spChg>
        <pc:spChg chg="add mod">
          <ac:chgData name="Chi-Ching Lee" userId="7309231c4353d1c0" providerId="LiveId" clId="{8D2B782C-A6B8-6445-BEDC-31A5DB3BBDAC}" dt="2024-05-23T22:59:00.342" v="341" actId="13822"/>
          <ac:spMkLst>
            <pc:docMk/>
            <pc:sldMk cId="3552325736" sldId="519"/>
            <ac:spMk id="6" creationId="{64772026-9A5B-A686-F54C-9CBE74133653}"/>
          </ac:spMkLst>
        </pc:spChg>
        <pc:picChg chg="add mod">
          <ac:chgData name="Chi-Ching Lee" userId="7309231c4353d1c0" providerId="LiveId" clId="{8D2B782C-A6B8-6445-BEDC-31A5DB3BBDAC}" dt="2024-05-23T22:57:05.441" v="338" actId="1076"/>
          <ac:picMkLst>
            <pc:docMk/>
            <pc:sldMk cId="3552325736" sldId="519"/>
            <ac:picMk id="5" creationId="{0A0012D6-99F0-99B3-EE73-7C4261CDC9E0}"/>
          </ac:picMkLst>
        </pc:picChg>
      </pc:sldChg>
      <pc:sldChg chg="del">
        <pc:chgData name="Chi-Ching Lee" userId="7309231c4353d1c0" providerId="LiveId" clId="{8D2B782C-A6B8-6445-BEDC-31A5DB3BBDAC}" dt="2024-05-23T22:41:11.932" v="16" actId="2696"/>
        <pc:sldMkLst>
          <pc:docMk/>
          <pc:sldMk cId="3106155029" sldId="520"/>
        </pc:sldMkLst>
      </pc:sldChg>
    </pc:docChg>
  </pc:docChgLst>
  <pc:docChgLst>
    <pc:chgData name="Chi-Ching Lee" userId="7309231c4353d1c0" providerId="LiveId" clId="{07569E5A-214C-E048-886C-946A794655B3}"/>
    <pc:docChg chg="custSel addSld delSld modSld">
      <pc:chgData name="Chi-Ching Lee" userId="7309231c4353d1c0" providerId="LiveId" clId="{07569E5A-214C-E048-886C-946A794655B3}" dt="2024-04-17T13:15:52.385" v="182" actId="1076"/>
      <pc:docMkLst>
        <pc:docMk/>
      </pc:docMkLst>
      <pc:sldChg chg="modSp del mod">
        <pc:chgData name="Chi-Ching Lee" userId="7309231c4353d1c0" providerId="LiveId" clId="{07569E5A-214C-E048-886C-946A794655B3}" dt="2024-04-17T12:41:58.469" v="111" actId="2696"/>
        <pc:sldMkLst>
          <pc:docMk/>
          <pc:sldMk cId="3777017725" sldId="279"/>
        </pc:sldMkLst>
        <pc:spChg chg="mod">
          <ac:chgData name="Chi-Ching Lee" userId="7309231c4353d1c0" providerId="LiveId" clId="{07569E5A-214C-E048-886C-946A794655B3}" dt="2024-04-17T12:41:53.179" v="110" actId="20577"/>
          <ac:spMkLst>
            <pc:docMk/>
            <pc:sldMk cId="3777017725" sldId="279"/>
            <ac:spMk id="11" creationId="{2D2906F6-C570-AD7C-2BF9-6DEF564DCD37}"/>
          </ac:spMkLst>
        </pc:spChg>
      </pc:sldChg>
      <pc:sldChg chg="modSp mod">
        <pc:chgData name="Chi-Ching Lee" userId="7309231c4353d1c0" providerId="LiveId" clId="{07569E5A-214C-E048-886C-946A794655B3}" dt="2024-04-17T13:15:52.385" v="182" actId="1076"/>
        <pc:sldMkLst>
          <pc:docMk/>
          <pc:sldMk cId="1869791578" sldId="514"/>
        </pc:sldMkLst>
        <pc:spChg chg="mod">
          <ac:chgData name="Chi-Ching Lee" userId="7309231c4353d1c0" providerId="LiveId" clId="{07569E5A-214C-E048-886C-946A794655B3}" dt="2024-04-17T13:15:52.385" v="182" actId="1076"/>
          <ac:spMkLst>
            <pc:docMk/>
            <pc:sldMk cId="1869791578" sldId="514"/>
            <ac:spMk id="2" creationId="{DED497FA-EB00-C1C0-12B9-C6559A4DEEAE}"/>
          </ac:spMkLst>
        </pc:spChg>
      </pc:sldChg>
      <pc:sldChg chg="modSp mod">
        <pc:chgData name="Chi-Ching Lee" userId="7309231c4353d1c0" providerId="LiveId" clId="{07569E5A-214C-E048-886C-946A794655B3}" dt="2024-04-17T13:09:19.689" v="167" actId="20577"/>
        <pc:sldMkLst>
          <pc:docMk/>
          <pc:sldMk cId="3870774563" sldId="515"/>
        </pc:sldMkLst>
        <pc:spChg chg="mod">
          <ac:chgData name="Chi-Ching Lee" userId="7309231c4353d1c0" providerId="LiveId" clId="{07569E5A-214C-E048-886C-946A794655B3}" dt="2024-04-17T13:09:19.689" v="167" actId="20577"/>
          <ac:spMkLst>
            <pc:docMk/>
            <pc:sldMk cId="3870774563" sldId="515"/>
            <ac:spMk id="3" creationId="{7A0A7DE3-298A-6040-CD21-C1C22CBC7898}"/>
          </ac:spMkLst>
        </pc:spChg>
      </pc:sldChg>
      <pc:sldChg chg="addSp delSp modSp mod">
        <pc:chgData name="Chi-Ching Lee" userId="7309231c4353d1c0" providerId="LiveId" clId="{07569E5A-214C-E048-886C-946A794655B3}" dt="2024-04-17T06:02:57.425" v="98" actId="404"/>
        <pc:sldMkLst>
          <pc:docMk/>
          <pc:sldMk cId="94931989" sldId="516"/>
        </pc:sldMkLst>
        <pc:spChg chg="mod">
          <ac:chgData name="Chi-Ching Lee" userId="7309231c4353d1c0" providerId="LiveId" clId="{07569E5A-214C-E048-886C-946A794655B3}" dt="2024-04-17T06:02:57.425" v="98" actId="404"/>
          <ac:spMkLst>
            <pc:docMk/>
            <pc:sldMk cId="94931989" sldId="516"/>
            <ac:spMk id="8" creationId="{71AF4186-35A5-213E-FADA-F56112FD057A}"/>
          </ac:spMkLst>
        </pc:spChg>
        <pc:spChg chg="del">
          <ac:chgData name="Chi-Ching Lee" userId="7309231c4353d1c0" providerId="LiveId" clId="{07569E5A-214C-E048-886C-946A794655B3}" dt="2024-04-17T05:58:09.521" v="4" actId="478"/>
          <ac:spMkLst>
            <pc:docMk/>
            <pc:sldMk cId="94931989" sldId="516"/>
            <ac:spMk id="10" creationId="{5E3B950D-E000-E9E8-1F1D-13C1382AE314}"/>
          </ac:spMkLst>
        </pc:spChg>
        <pc:grpChg chg="add mod">
          <ac:chgData name="Chi-Ching Lee" userId="7309231c4353d1c0" providerId="LiveId" clId="{07569E5A-214C-E048-886C-946A794655B3}" dt="2024-04-17T06:02:49.360" v="95" actId="1076"/>
          <ac:grpSpMkLst>
            <pc:docMk/>
            <pc:sldMk cId="94931989" sldId="516"/>
            <ac:grpSpMk id="5" creationId="{5589E9C8-3ECD-46E4-2780-E8A8563B2B8A}"/>
          </ac:grpSpMkLst>
        </pc:grpChg>
        <pc:picChg chg="mod">
          <ac:chgData name="Chi-Ching Lee" userId="7309231c4353d1c0" providerId="LiveId" clId="{07569E5A-214C-E048-886C-946A794655B3}" dt="2024-04-17T06:02:49.360" v="95" actId="1076"/>
          <ac:picMkLst>
            <pc:docMk/>
            <pc:sldMk cId="94931989" sldId="516"/>
            <ac:picMk id="1026" creationId="{5D3FF5EF-0270-B461-471E-30A36EF159BF}"/>
          </ac:picMkLst>
        </pc:picChg>
      </pc:sldChg>
      <pc:sldChg chg="modSp mod">
        <pc:chgData name="Chi-Ching Lee" userId="7309231c4353d1c0" providerId="LiveId" clId="{07569E5A-214C-E048-886C-946A794655B3}" dt="2024-04-17T06:03:09.997" v="109" actId="1037"/>
        <pc:sldMkLst>
          <pc:docMk/>
          <pc:sldMk cId="2380082506" sldId="518"/>
        </pc:sldMkLst>
        <pc:spChg chg="mod">
          <ac:chgData name="Chi-Ching Lee" userId="7309231c4353d1c0" providerId="LiveId" clId="{07569E5A-214C-E048-886C-946A794655B3}" dt="2024-04-17T06:03:09.997" v="109" actId="1037"/>
          <ac:spMkLst>
            <pc:docMk/>
            <pc:sldMk cId="2380082506" sldId="518"/>
            <ac:spMk id="38" creationId="{ECFC3CA8-BE86-1F74-B0D4-6A87ECA5D6FE}"/>
          </ac:spMkLst>
        </pc:spChg>
        <pc:spChg chg="mod">
          <ac:chgData name="Chi-Ching Lee" userId="7309231c4353d1c0" providerId="LiveId" clId="{07569E5A-214C-E048-886C-946A794655B3}" dt="2024-04-17T06:03:09.997" v="109" actId="1037"/>
          <ac:spMkLst>
            <pc:docMk/>
            <pc:sldMk cId="2380082506" sldId="518"/>
            <ac:spMk id="40" creationId="{8910240D-38F2-FCBA-894A-1C6FEE549A9A}"/>
          </ac:spMkLst>
        </pc:spChg>
        <pc:spChg chg="mod">
          <ac:chgData name="Chi-Ching Lee" userId="7309231c4353d1c0" providerId="LiveId" clId="{07569E5A-214C-E048-886C-946A794655B3}" dt="2024-04-17T06:03:09.997" v="109" actId="1037"/>
          <ac:spMkLst>
            <pc:docMk/>
            <pc:sldMk cId="2380082506" sldId="518"/>
            <ac:spMk id="41" creationId="{8022EDF4-FFAB-E98E-DD1D-CB1AF7DCA7EC}"/>
          </ac:spMkLst>
        </pc:spChg>
        <pc:spChg chg="mod">
          <ac:chgData name="Chi-Ching Lee" userId="7309231c4353d1c0" providerId="LiveId" clId="{07569E5A-214C-E048-886C-946A794655B3}" dt="2024-04-17T06:03:09.997" v="109" actId="1037"/>
          <ac:spMkLst>
            <pc:docMk/>
            <pc:sldMk cId="2380082506" sldId="518"/>
            <ac:spMk id="54" creationId="{04699ABE-8FDC-4D66-FF3D-3DCDA1D07224}"/>
          </ac:spMkLst>
        </pc:spChg>
        <pc:spChg chg="mod">
          <ac:chgData name="Chi-Ching Lee" userId="7309231c4353d1c0" providerId="LiveId" clId="{07569E5A-214C-E048-886C-946A794655B3}" dt="2024-04-17T06:03:09.997" v="109" actId="1037"/>
          <ac:spMkLst>
            <pc:docMk/>
            <pc:sldMk cId="2380082506" sldId="518"/>
            <ac:spMk id="55" creationId="{D98A553C-0CC6-F1DA-2F50-A73576CAEC22}"/>
          </ac:spMkLst>
        </pc:spChg>
        <pc:spChg chg="mod">
          <ac:chgData name="Chi-Ching Lee" userId="7309231c4353d1c0" providerId="LiveId" clId="{07569E5A-214C-E048-886C-946A794655B3}" dt="2024-04-17T06:03:09.997" v="109" actId="1037"/>
          <ac:spMkLst>
            <pc:docMk/>
            <pc:sldMk cId="2380082506" sldId="518"/>
            <ac:spMk id="56" creationId="{34AA7C24-F739-24EE-ECC1-7380639F1A49}"/>
          </ac:spMkLst>
        </pc:spChg>
        <pc:spChg chg="mod">
          <ac:chgData name="Chi-Ching Lee" userId="7309231c4353d1c0" providerId="LiveId" clId="{07569E5A-214C-E048-886C-946A794655B3}" dt="2024-04-17T06:03:09.997" v="109" actId="1037"/>
          <ac:spMkLst>
            <pc:docMk/>
            <pc:sldMk cId="2380082506" sldId="518"/>
            <ac:spMk id="57" creationId="{0C8B5EC3-0EF2-20C7-D95D-E042459257DD}"/>
          </ac:spMkLst>
        </pc:spChg>
        <pc:spChg chg="mod">
          <ac:chgData name="Chi-Ching Lee" userId="7309231c4353d1c0" providerId="LiveId" clId="{07569E5A-214C-E048-886C-946A794655B3}" dt="2024-04-17T06:03:09.997" v="109" actId="1037"/>
          <ac:spMkLst>
            <pc:docMk/>
            <pc:sldMk cId="2380082506" sldId="518"/>
            <ac:spMk id="67" creationId="{29BA4E40-3A1B-6778-79F6-56D185BEE51C}"/>
          </ac:spMkLst>
        </pc:spChg>
        <pc:grpChg chg="mod">
          <ac:chgData name="Chi-Ching Lee" userId="7309231c4353d1c0" providerId="LiveId" clId="{07569E5A-214C-E048-886C-946A794655B3}" dt="2024-04-17T06:03:09.997" v="109" actId="1037"/>
          <ac:grpSpMkLst>
            <pc:docMk/>
            <pc:sldMk cId="2380082506" sldId="518"/>
            <ac:grpSpMk id="9" creationId="{4062EE64-4728-F902-0328-F9838BFF8291}"/>
          </ac:grpSpMkLst>
        </pc:grpChg>
        <pc:grpChg chg="mod">
          <ac:chgData name="Chi-Ching Lee" userId="7309231c4353d1c0" providerId="LiveId" clId="{07569E5A-214C-E048-886C-946A794655B3}" dt="2024-04-17T06:03:09.997" v="109" actId="1037"/>
          <ac:grpSpMkLst>
            <pc:docMk/>
            <pc:sldMk cId="2380082506" sldId="518"/>
            <ac:grpSpMk id="14" creationId="{A5BD43FA-97E6-3EAE-361F-EE9DCE834742}"/>
          </ac:grpSpMkLst>
        </pc:grpChg>
        <pc:graphicFrameChg chg="mod">
          <ac:chgData name="Chi-Ching Lee" userId="7309231c4353d1c0" providerId="LiveId" clId="{07569E5A-214C-E048-886C-946A794655B3}" dt="2024-04-17T06:03:09.997" v="109" actId="1037"/>
          <ac:graphicFrameMkLst>
            <pc:docMk/>
            <pc:sldMk cId="2380082506" sldId="518"/>
            <ac:graphicFrameMk id="8" creationId="{3DFEB494-A1BA-CD38-709F-DC868DE83ECB}"/>
          </ac:graphicFrameMkLst>
        </pc:graphicFrameChg>
        <pc:graphicFrameChg chg="mod">
          <ac:chgData name="Chi-Ching Lee" userId="7309231c4353d1c0" providerId="LiveId" clId="{07569E5A-214C-E048-886C-946A794655B3}" dt="2024-04-17T06:03:09.997" v="109" actId="1037"/>
          <ac:graphicFrameMkLst>
            <pc:docMk/>
            <pc:sldMk cId="2380082506" sldId="518"/>
            <ac:graphicFrameMk id="52" creationId="{0BECE621-DDB3-6A91-B660-8FAC1F136CF0}"/>
          </ac:graphicFrameMkLst>
        </pc:graphicFrameChg>
        <pc:picChg chg="mod">
          <ac:chgData name="Chi-Ching Lee" userId="7309231c4353d1c0" providerId="LiveId" clId="{07569E5A-214C-E048-886C-946A794655B3}" dt="2024-04-17T06:03:09.997" v="109" actId="1037"/>
          <ac:picMkLst>
            <pc:docMk/>
            <pc:sldMk cId="2380082506" sldId="518"/>
            <ac:picMk id="19" creationId="{797DBF58-AE7D-DC8E-1E01-E393FA7CFDED}"/>
          </ac:picMkLst>
        </pc:picChg>
        <pc:picChg chg="mod">
          <ac:chgData name="Chi-Ching Lee" userId="7309231c4353d1c0" providerId="LiveId" clId="{07569E5A-214C-E048-886C-946A794655B3}" dt="2024-04-17T06:03:09.997" v="109" actId="1037"/>
          <ac:picMkLst>
            <pc:docMk/>
            <pc:sldMk cId="2380082506" sldId="518"/>
            <ac:picMk id="20" creationId="{807DA10E-192A-A2AA-90A8-3A04027C17DF}"/>
          </ac:picMkLst>
        </pc:picChg>
        <pc:picChg chg="mod">
          <ac:chgData name="Chi-Ching Lee" userId="7309231c4353d1c0" providerId="LiveId" clId="{07569E5A-214C-E048-886C-946A794655B3}" dt="2024-04-17T06:03:09.997" v="109" actId="1037"/>
          <ac:picMkLst>
            <pc:docMk/>
            <pc:sldMk cId="2380082506" sldId="518"/>
            <ac:picMk id="58" creationId="{9F60172D-D840-0B82-170B-C453A2BC4F5F}"/>
          </ac:picMkLst>
        </pc:picChg>
        <pc:picChg chg="mod">
          <ac:chgData name="Chi-Ching Lee" userId="7309231c4353d1c0" providerId="LiveId" clId="{07569E5A-214C-E048-886C-946A794655B3}" dt="2024-04-17T06:03:09.997" v="109" actId="1037"/>
          <ac:picMkLst>
            <pc:docMk/>
            <pc:sldMk cId="2380082506" sldId="518"/>
            <ac:picMk id="59" creationId="{ED866FA6-9FB7-431E-9E91-5769869D0F87}"/>
          </ac:picMkLst>
        </pc:picChg>
      </pc:sldChg>
      <pc:sldChg chg="modSp mod">
        <pc:chgData name="Chi-Ching Lee" userId="7309231c4353d1c0" providerId="LiveId" clId="{07569E5A-214C-E048-886C-946A794655B3}" dt="2024-04-17T13:10:18.417" v="181" actId="20577"/>
        <pc:sldMkLst>
          <pc:docMk/>
          <pc:sldMk cId="3179265246" sldId="519"/>
        </pc:sldMkLst>
        <pc:spChg chg="mod">
          <ac:chgData name="Chi-Ching Lee" userId="7309231c4353d1c0" providerId="LiveId" clId="{07569E5A-214C-E048-886C-946A794655B3}" dt="2024-04-17T13:10:18.417" v="181" actId="20577"/>
          <ac:spMkLst>
            <pc:docMk/>
            <pc:sldMk cId="3179265246" sldId="519"/>
            <ac:spMk id="11" creationId="{2D2906F6-C570-AD7C-2BF9-6DEF564DCD37}"/>
          </ac:spMkLst>
        </pc:spChg>
        <pc:picChg chg="mod">
          <ac:chgData name="Chi-Ching Lee" userId="7309231c4353d1c0" providerId="LiveId" clId="{07569E5A-214C-E048-886C-946A794655B3}" dt="2024-04-17T12:43:31.239" v="115" actId="1076"/>
          <ac:picMkLst>
            <pc:docMk/>
            <pc:sldMk cId="3179265246" sldId="519"/>
            <ac:picMk id="4" creationId="{4DBE9DE7-6131-CC93-60A9-23259B224C0A}"/>
          </ac:picMkLst>
        </pc:picChg>
        <pc:picChg chg="mod">
          <ac:chgData name="Chi-Ching Lee" userId="7309231c4353d1c0" providerId="LiveId" clId="{07569E5A-214C-E048-886C-946A794655B3}" dt="2024-04-17T12:43:35.850" v="116" actId="1076"/>
          <ac:picMkLst>
            <pc:docMk/>
            <pc:sldMk cId="3179265246" sldId="519"/>
            <ac:picMk id="10" creationId="{55A0EA56-76FD-1586-721E-2DC9EEB3F39A}"/>
          </ac:picMkLst>
        </pc:picChg>
      </pc:sldChg>
      <pc:sldChg chg="addSp delSp modSp new mod">
        <pc:chgData name="Chi-Ching Lee" userId="7309231c4353d1c0" providerId="LiveId" clId="{07569E5A-214C-E048-886C-946A794655B3}" dt="2024-04-17T13:08:42.805" v="165" actId="1076"/>
        <pc:sldMkLst>
          <pc:docMk/>
          <pc:sldMk cId="3106155029" sldId="520"/>
        </pc:sldMkLst>
        <pc:spChg chg="mod">
          <ac:chgData name="Chi-Ching Lee" userId="7309231c4353d1c0" providerId="LiveId" clId="{07569E5A-214C-E048-886C-946A794655B3}" dt="2024-04-17T13:03:26.454" v="145"/>
          <ac:spMkLst>
            <pc:docMk/>
            <pc:sldMk cId="3106155029" sldId="520"/>
            <ac:spMk id="2" creationId="{54EFB497-6E69-366E-9B7E-FCB63B7291C8}"/>
          </ac:spMkLst>
        </pc:spChg>
        <pc:spChg chg="del">
          <ac:chgData name="Chi-Ching Lee" userId="7309231c4353d1c0" providerId="LiveId" clId="{07569E5A-214C-E048-886C-946A794655B3}" dt="2024-04-17T13:03:17.912" v="143"/>
          <ac:spMkLst>
            <pc:docMk/>
            <pc:sldMk cId="3106155029" sldId="520"/>
            <ac:spMk id="3" creationId="{745BECDC-B0CD-AA56-F80D-F52DA7C0413A}"/>
          </ac:spMkLst>
        </pc:spChg>
        <pc:spChg chg="add mod">
          <ac:chgData name="Chi-Ching Lee" userId="7309231c4353d1c0" providerId="LiveId" clId="{07569E5A-214C-E048-886C-946A794655B3}" dt="2024-04-17T13:03:22.155" v="144"/>
          <ac:spMkLst>
            <pc:docMk/>
            <pc:sldMk cId="3106155029" sldId="520"/>
            <ac:spMk id="6" creationId="{90C74119-C976-E4E9-F86D-997481238102}"/>
          </ac:spMkLst>
        </pc:spChg>
        <pc:spChg chg="add del mod">
          <ac:chgData name="Chi-Ching Lee" userId="7309231c4353d1c0" providerId="LiveId" clId="{07569E5A-214C-E048-886C-946A794655B3}" dt="2024-04-17T13:08:18.740" v="155" actId="478"/>
          <ac:spMkLst>
            <pc:docMk/>
            <pc:sldMk cId="3106155029" sldId="520"/>
            <ac:spMk id="9" creationId="{36EFA584-C981-A6ED-8FB3-4D3C9DF8DF3D}"/>
          </ac:spMkLst>
        </pc:spChg>
        <pc:picChg chg="add del mod">
          <ac:chgData name="Chi-Ching Lee" userId="7309231c4353d1c0" providerId="LiveId" clId="{07569E5A-214C-E048-886C-946A794655B3}" dt="2024-04-17T13:08:16.647" v="153" actId="478"/>
          <ac:picMkLst>
            <pc:docMk/>
            <pc:sldMk cId="3106155029" sldId="520"/>
            <ac:picMk id="5" creationId="{86E67E18-5459-4C9F-4837-7C77426711FF}"/>
          </ac:picMkLst>
        </pc:picChg>
        <pc:picChg chg="add del mod">
          <ac:chgData name="Chi-Ching Lee" userId="7309231c4353d1c0" providerId="LiveId" clId="{07569E5A-214C-E048-886C-946A794655B3}" dt="2024-04-17T13:08:20.091" v="156" actId="478"/>
          <ac:picMkLst>
            <pc:docMk/>
            <pc:sldMk cId="3106155029" sldId="520"/>
            <ac:picMk id="7" creationId="{1AD2BC78-DD16-F036-799F-2795FB44D77F}"/>
          </ac:picMkLst>
        </pc:picChg>
        <pc:picChg chg="add mod">
          <ac:chgData name="Chi-Ching Lee" userId="7309231c4353d1c0" providerId="LiveId" clId="{07569E5A-214C-E048-886C-946A794655B3}" dt="2024-04-17T13:08:35.084" v="163" actId="14100"/>
          <ac:picMkLst>
            <pc:docMk/>
            <pc:sldMk cId="3106155029" sldId="520"/>
            <ac:picMk id="10" creationId="{2F191DE6-5069-D62D-4DAB-36D1859DB9D2}"/>
          </ac:picMkLst>
        </pc:picChg>
        <pc:picChg chg="add mod">
          <ac:chgData name="Chi-Ching Lee" userId="7309231c4353d1c0" providerId="LiveId" clId="{07569E5A-214C-E048-886C-946A794655B3}" dt="2024-04-17T13:08:42.805" v="165" actId="1076"/>
          <ac:picMkLst>
            <pc:docMk/>
            <pc:sldMk cId="3106155029" sldId="520"/>
            <ac:picMk id="11" creationId="{8714F568-9F6D-6A74-9975-50F412E380A1}"/>
          </ac:picMkLst>
        </pc:picChg>
      </pc:sldChg>
    </pc:docChg>
  </pc:docChgLst>
  <pc:docChgLst>
    <pc:chgData name="Chi-Ching Lee" userId="7309231c4353d1c0" providerId="LiveId" clId="{D7EB56FE-6F3B-49EE-B8CE-5DC7D2D9AEC7}"/>
    <pc:docChg chg="modSld">
      <pc:chgData name="Chi-Ching Lee" userId="7309231c4353d1c0" providerId="LiveId" clId="{D7EB56FE-6F3B-49EE-B8CE-5DC7D2D9AEC7}" dt="2024-04-19T08:05:29.964" v="18" actId="20577"/>
      <pc:docMkLst>
        <pc:docMk/>
      </pc:docMkLst>
      <pc:sldChg chg="modSp mod">
        <pc:chgData name="Chi-Ching Lee" userId="7309231c4353d1c0" providerId="LiveId" clId="{D7EB56FE-6F3B-49EE-B8CE-5DC7D2D9AEC7}" dt="2024-04-19T08:05:29.964" v="18" actId="20577"/>
        <pc:sldMkLst>
          <pc:docMk/>
          <pc:sldMk cId="3179265246" sldId="519"/>
        </pc:sldMkLst>
        <pc:spChg chg="mod">
          <ac:chgData name="Chi-Ching Lee" userId="7309231c4353d1c0" providerId="LiveId" clId="{D7EB56FE-6F3B-49EE-B8CE-5DC7D2D9AEC7}" dt="2024-04-19T08:05:29.964" v="18" actId="20577"/>
          <ac:spMkLst>
            <pc:docMk/>
            <pc:sldMk cId="3179265246" sldId="519"/>
            <ac:spMk id="11" creationId="{2D2906F6-C570-AD7C-2BF9-6DEF564DCD3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EAFB9-F6E1-5C4C-AF31-6F6A53F58188}" type="datetimeFigureOut">
              <a:rPr kumimoji="1" lang="zh-TW" altLang="en-US" smtClean="0"/>
              <a:t>2024/5/24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4311BA-962F-5D47-B157-3CE4B57B658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22104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E218D1-04B3-CEF7-1AB5-472B1CFA0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F263152-FD8B-4F9A-D5AF-8C5ADE214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FA4434-865B-D8A2-1BEB-B08D0DDF4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1BE4-78B9-4D4E-BA13-CA8BB471639A}" type="datetime1">
              <a:rPr kumimoji="1" lang="zh-TW" altLang="en-US" smtClean="0"/>
              <a:t>2024/5/24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231651-225F-BA54-3D6C-D76BE252C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EE76161-66EF-4C9A-1139-F825ECCB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01787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9E7F25-55D6-2D9E-DC43-C8C1DBDEA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7441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7B39D7-59EA-25EE-3463-859C9407A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515600" cy="4905211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21D221-BAD6-FB78-19EC-BDD78B5CD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3ACCA-7E7C-4365-AC62-BACE4048D6D9}" type="datetime1">
              <a:rPr kumimoji="1" lang="zh-TW" altLang="en-US" smtClean="0"/>
              <a:t>2024/5/24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5A422C9-3ED2-07CF-3725-D88339932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CA256EE-CE1D-F55B-411E-480687210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65558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19897B-2185-D0E3-2FC0-056ADDBBC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33E61C-FF96-2E45-C34D-9DCBF87C3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7E3D9B-4D9A-E9E0-8351-61CBCF5BE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4AA3A-EE77-49BB-B658-91970E560DC6}" type="datetime1">
              <a:rPr kumimoji="1" lang="zh-TW" altLang="en-US" smtClean="0"/>
              <a:t>2024/5/24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A0214E-2B7E-B2F4-5645-A8D6BB95F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F5D442-AB8A-1422-8867-B5514B1A4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79524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B192BF-A029-0919-03AD-08895DC4A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F2372D-1DA2-5BC2-3AC8-CA47300C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1AE139E-79C5-B073-03AD-E7F33474F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34E6CBF-2A48-06F7-E433-F34A0A15E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D3E37-CAE3-418D-B714-F7E4E096856E}" type="datetime1">
              <a:rPr kumimoji="1" lang="zh-TW" altLang="en-US" smtClean="0"/>
              <a:t>2024/5/24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90265C6-F53B-4F5A-4614-DB0A2BCC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C55DBFD-CB77-33B0-651D-5EB41E582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40015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A08BEB-23A1-5ED6-9F83-AB6DDF8E4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4CBEFD-7F2A-FA27-6051-F44C06D70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C692026-0786-DA19-3F01-79C8CE455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73885CD-193E-968F-5201-2E1EE5CCA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043C0BA-BC6D-66C1-C18B-AA9A339592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C94250C-3CFD-F698-D516-627907D77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B14A2-C279-4208-B32C-936CCD469570}" type="datetime1">
              <a:rPr kumimoji="1" lang="zh-TW" altLang="en-US" smtClean="0"/>
              <a:t>2024/5/24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DB89B72-7950-0B51-904B-72235F2D3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8F6F4A4-9980-FF61-8809-2DC248D5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75626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90D41B-467C-3A0F-0C6F-2C7786799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49C945E-277F-746C-F430-5A4F5F3E2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7A9E1-3176-4B6D-B718-5B14AA11E13B}" type="datetime1">
              <a:rPr kumimoji="1" lang="zh-TW" altLang="en-US" smtClean="0"/>
              <a:t>2024/5/24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B861B21-7F44-6853-6728-AD7EC5AD0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5D3244B-9BB3-E55C-C3FE-05452F21B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84515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B3B69C9-FD6B-2670-B89D-BAEE21AC8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C45B9-4129-4490-86D9-9FF71A247F4E}" type="datetime1">
              <a:rPr kumimoji="1" lang="zh-TW" altLang="en-US" smtClean="0"/>
              <a:t>2024/5/24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9A98854-9AC9-C395-B3D9-2A1FCCE31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C84B2E-C2B3-1F61-1B15-1109DCFD8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9882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576323-04CE-D17C-8E69-328CCD45F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11D46E-C5F2-7406-8D27-76E6A8E14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B31422A-4D7B-3FEB-C833-2DF5DA598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7F215A2-29FE-C497-04B2-5698E0119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0C0AD-DB0D-4188-9E34-F5F2D6333F8E}" type="datetime1">
              <a:rPr kumimoji="1" lang="zh-TW" altLang="en-US" smtClean="0"/>
              <a:t>2024/5/24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EE3969C-4EB2-1B60-4CD7-A2C2A53D5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F814549-E0BE-F716-FA24-38C92A904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57126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B857B3-F1AC-F466-7B22-C201929C2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A351F4A-49B9-6B45-8F70-15E9B3A6EC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525A2E3-9D19-C8C0-85AC-9D6053BDD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D8DA4B-4717-327E-C3B3-375B6F545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4EA8D-3662-45E9-B7DB-1F3E0F7D6078}" type="datetime1">
              <a:rPr kumimoji="1" lang="zh-TW" altLang="en-US" smtClean="0"/>
              <a:t>2024/5/24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5C19A9-26CE-F806-F240-CCE248311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4DE6D0B-A31C-0490-5FFC-3419E5A1C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72912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C24457-9BC7-18A8-8E3F-EDB279814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7D56417-F8A5-25F1-5ABD-88FA6501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84A69D-F5D0-1BEB-960D-A5775AA5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10ABC-FEA3-4407-A5F2-EAB90FE647E8}" type="datetime1">
              <a:rPr kumimoji="1" lang="zh-TW" altLang="en-US" smtClean="0"/>
              <a:t>2024/5/24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AC6EF0A-6721-DF8D-D7AE-0FF4ECBA0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FC15B3-F101-E6DC-BE9A-BA738388A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72041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BF3BBB2-A068-DB98-9EE0-5494793A27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8F77EEA-0CC6-6F9E-9DF0-398D42B5A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96A7B9E-FB8D-3DB9-3FBD-75CDC9F89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DEA61-6CFD-49FA-B4F4-F1A71D7B48B4}" type="datetime1">
              <a:rPr kumimoji="1" lang="zh-TW" altLang="en-US" smtClean="0"/>
              <a:t>2024/5/24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54F334-1A18-056B-0426-FBD954767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9AF2FB-81A0-396C-B75D-ED2BF8BB1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02127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9EE2EE2-5746-2A0C-ED5A-044192F5A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279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C234C0C-39EC-E3DA-0139-4CF7389A4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19503"/>
            <a:ext cx="10515600" cy="5157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6A6EC6-2D97-6434-9FC3-DB16D03FEE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fld id="{DEA519E0-CBCF-4B23-B813-770354693BCB}" type="datetime1">
              <a:rPr kumimoji="1" lang="zh-TW" altLang="en-US" smtClean="0"/>
              <a:t>2024/5/24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F611A7-31CC-83AE-FC90-667D35106F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333DB4-C236-7176-1155-7ABF32038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fld id="{13B43C7B-CD00-F040-905B-AC976EC11E0E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976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rxiv.org/abs/2304.00501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nalyticsindiamag.com/complete-guide-to-understanding-precision-and-recall-curves/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9FF31D-D8A0-F23B-D6F8-3702451269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TW" dirty="0" err="1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IoU</a:t>
            </a:r>
            <a:r>
              <a:rPr kumimoji="1" lang="en-US" altLang="zh-TW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, </a:t>
            </a:r>
            <a:r>
              <a:rPr kumimoji="1" lang="en-US" altLang="zh-TW" dirty="0" err="1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mAP</a:t>
            </a:r>
            <a:endParaRPr kumimoji="1"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8C274E2-0513-B7B2-4189-B4CAC09809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FDAB912-D66E-4424-B23A-200C70333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9187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528D1-FC1C-5FAD-F028-D16C589EE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u="none" strike="noStrike" dirty="0" err="1">
                <a:solidFill>
                  <a:srgbClr val="242121"/>
                </a:solidFill>
                <a:effectLst/>
                <a:latin typeface="Source Sans Pro" panose="020B0503030403020204" pitchFamily="34" charset="0"/>
              </a:rPr>
              <a:t>IoU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C2499-A7E1-3D4C-F6EB-ABC961350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6394"/>
            <a:ext cx="7251700" cy="4905211"/>
          </a:xfrm>
        </p:spPr>
        <p:txBody>
          <a:bodyPr>
            <a:normAutofit/>
          </a:bodyPr>
          <a:lstStyle/>
          <a:p>
            <a:pPr algn="l"/>
            <a:r>
              <a:rPr lang="en-US" altLang="zh-TW" b="0" i="0" u="none" strike="noStrike" dirty="0" err="1">
                <a:solidFill>
                  <a:srgbClr val="0D0D0D"/>
                </a:solidFill>
                <a:effectLst/>
                <a:latin typeface="ui-sans-serif"/>
              </a:rPr>
              <a:t>IoU</a:t>
            </a:r>
            <a:r>
              <a:rPr lang="en-US" altLang="zh-TW" b="0" i="0" u="none" strike="noStrike" dirty="0">
                <a:solidFill>
                  <a:srgbClr val="0D0D0D"/>
                </a:solidFill>
                <a:effectLst/>
                <a:latin typeface="ui-sans-serif"/>
              </a:rPr>
              <a:t> (Intersection over Union) is a metric used to evaluate the accuracy of an object detection model by measuring the </a:t>
            </a:r>
            <a:r>
              <a:rPr lang="en-US" altLang="zh-TW" b="0" i="0" u="none" strike="noStrike" dirty="0">
                <a:solidFill>
                  <a:srgbClr val="FF0000"/>
                </a:solidFill>
                <a:effectLst/>
                <a:latin typeface="ui-sans-serif"/>
              </a:rPr>
              <a:t>overlap between the </a:t>
            </a:r>
            <a:r>
              <a:rPr lang="en-US" altLang="zh-TW" b="0" i="0" u="sng" strike="noStrike" dirty="0">
                <a:solidFill>
                  <a:srgbClr val="FF0000"/>
                </a:solidFill>
                <a:effectLst/>
                <a:latin typeface="ui-sans-serif"/>
              </a:rPr>
              <a:t>predicted bounding box</a:t>
            </a:r>
            <a:r>
              <a:rPr lang="en-US" altLang="zh-TW" b="0" i="0" u="none" strike="noStrike" dirty="0">
                <a:solidFill>
                  <a:srgbClr val="FF0000"/>
                </a:solidFill>
                <a:effectLst/>
                <a:latin typeface="ui-sans-serif"/>
              </a:rPr>
              <a:t> and the </a:t>
            </a:r>
            <a:r>
              <a:rPr lang="en-US" altLang="zh-TW" b="0" i="0" u="sng" strike="noStrike" dirty="0">
                <a:solidFill>
                  <a:srgbClr val="FF0000"/>
                </a:solidFill>
                <a:effectLst/>
                <a:latin typeface="ui-sans-serif"/>
              </a:rPr>
              <a:t>ground truth bounding box</a:t>
            </a:r>
            <a:r>
              <a:rPr lang="en-US" altLang="zh-TW" b="0" i="0" u="none" strike="noStrike" dirty="0">
                <a:solidFill>
                  <a:srgbClr val="FF0000"/>
                </a:solidFill>
                <a:effectLst/>
                <a:latin typeface="ui-sans-serif"/>
              </a:rPr>
              <a:t>. </a:t>
            </a:r>
            <a:endParaRPr lang="en-US" altLang="zh-TW" b="0" i="0" u="none" strike="noStrike" dirty="0">
              <a:solidFill>
                <a:srgbClr val="0D0D0D"/>
              </a:solidFill>
              <a:effectLst/>
              <a:latin typeface="ui-sans-serif"/>
            </a:endParaRPr>
          </a:p>
          <a:p>
            <a:pPr marL="0" indent="0" algn="l">
              <a:buNone/>
            </a:pPr>
            <a:endParaRPr lang="en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6D657-C843-385A-A0C0-42C1D9C7B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2</a:t>
            </a:fld>
            <a:endParaRPr kumimoji="1" lang="zh-TW" altLang="en-US" dirty="0"/>
          </a:p>
        </p:txBody>
      </p:sp>
      <p:sp>
        <p:nvSpPr>
          <p:cNvPr id="11" name="矩形 14">
            <a:extLst>
              <a:ext uri="{FF2B5EF4-FFF2-40B4-BE49-F238E27FC236}">
                <a16:creationId xmlns:a16="http://schemas.microsoft.com/office/drawing/2014/main" id="{237CD6BD-F224-53A0-82F7-DCDF4E1ABE7A}"/>
              </a:ext>
            </a:extLst>
          </p:cNvPr>
          <p:cNvSpPr/>
          <p:nvPr/>
        </p:nvSpPr>
        <p:spPr>
          <a:xfrm>
            <a:off x="0" y="-1"/>
            <a:ext cx="434898" cy="685800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DCB7668-DD74-3171-613D-0A3BF6643957}"/>
              </a:ext>
            </a:extLst>
          </p:cNvPr>
          <p:cNvSpPr txBox="1"/>
          <p:nvPr/>
        </p:nvSpPr>
        <p:spPr>
          <a:xfrm>
            <a:off x="529857" y="6361372"/>
            <a:ext cx="6103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2"/>
              </a:rPr>
              <a:t>https://arxiv.org/abs/2304.00501</a:t>
            </a:r>
            <a:r>
              <a:rPr lang="en-US" altLang="zh-TW" dirty="0"/>
              <a:t> </a:t>
            </a:r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E48C04DC-674C-359D-C78D-34C0743C9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324" y="2693357"/>
            <a:ext cx="7673346" cy="407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31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D8438C-FD72-7283-CE76-2B925447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i="0" u="none" strike="noStrike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mAP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4BBBE8-FF34-3FF5-213C-EFFA2AACE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790"/>
            <a:ext cx="10515600" cy="1078043"/>
          </a:xfrm>
        </p:spPr>
        <p:txBody>
          <a:bodyPr/>
          <a:lstStyle/>
          <a:p>
            <a:r>
              <a:rPr lang="en-US" altLang="zh-TW" b="0" i="0" u="none" strike="noStrike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mAP</a:t>
            </a:r>
            <a:r>
              <a:rPr lang="en-US" altLang="zh-TW" b="0" i="0" u="none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 (mean Average Precision) combines </a:t>
            </a:r>
            <a:r>
              <a:rPr lang="en-US" altLang="zh-TW" b="0" i="0" u="sng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precision</a:t>
            </a:r>
            <a:r>
              <a:rPr lang="en-US" altLang="zh-TW" b="0" i="0" u="none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 and </a:t>
            </a:r>
            <a:r>
              <a:rPr lang="en-US" altLang="zh-TW" b="0" i="0" u="sng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recall</a:t>
            </a:r>
            <a:r>
              <a:rPr lang="en-US" altLang="zh-TW" b="0" i="0" u="none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 to provide an overall measure of the model's accuracy. 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65EB9D-1B93-9EB0-7A78-BE2781DE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3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906882A-C90C-F95A-D8A6-3C1C4CE90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619" y="2034235"/>
            <a:ext cx="5635096" cy="458724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09EAD5F-BB10-2B75-B3C1-BC4DDDBFA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134" y="2034235"/>
            <a:ext cx="3772629" cy="1970776"/>
          </a:xfrm>
          <a:prstGeom prst="rect">
            <a:avLst/>
          </a:prstGeom>
        </p:spPr>
      </p:pic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DA3FD0B8-03E2-B3F8-CF07-64E58F7AADB5}"/>
              </a:ext>
            </a:extLst>
          </p:cNvPr>
          <p:cNvCxnSpPr/>
          <p:nvPr/>
        </p:nvCxnSpPr>
        <p:spPr>
          <a:xfrm>
            <a:off x="8016949" y="2700670"/>
            <a:ext cx="8931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4E6D6116-2444-E0B8-80F0-3CB633AE0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4627" y="4129179"/>
            <a:ext cx="3524136" cy="2392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416715C4-73B7-AA08-2D44-14B2E8FB1513}"/>
              </a:ext>
            </a:extLst>
          </p:cNvPr>
          <p:cNvSpPr txBox="1"/>
          <p:nvPr/>
        </p:nvSpPr>
        <p:spPr>
          <a:xfrm>
            <a:off x="7230140" y="6468867"/>
            <a:ext cx="355393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050" dirty="0">
                <a:hlinkClick r:id="rId5"/>
              </a:rPr>
              <a:t>https://analyticsindiamag.com/complete-guide-to-understanding-precision-and-recall-curves/</a:t>
            </a:r>
            <a:r>
              <a:rPr lang="en-US" altLang="zh-TW" sz="1050" dirty="0"/>
              <a:t> </a:t>
            </a:r>
            <a:endParaRPr lang="zh-TW" altLang="en-US" sz="1050" dirty="0"/>
          </a:p>
        </p:txBody>
      </p:sp>
      <p:sp>
        <p:nvSpPr>
          <p:cNvPr id="11" name="矩形 14">
            <a:extLst>
              <a:ext uri="{FF2B5EF4-FFF2-40B4-BE49-F238E27FC236}">
                <a16:creationId xmlns:a16="http://schemas.microsoft.com/office/drawing/2014/main" id="{A42AFBC7-694D-7647-3481-0394C7266234}"/>
              </a:ext>
            </a:extLst>
          </p:cNvPr>
          <p:cNvSpPr/>
          <p:nvPr/>
        </p:nvSpPr>
        <p:spPr>
          <a:xfrm>
            <a:off x="0" y="0"/>
            <a:ext cx="434898" cy="685800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21375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5DD4D9-61C5-F227-3E87-780795F4D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mAP</a:t>
            </a:r>
            <a:r>
              <a:rPr kumimoji="1" lang="en-US" altLang="zh-TW" dirty="0"/>
              <a:t>@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F3BCB8-4C03-6CB9-1C88-50513CD5A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TW" sz="2000" b="1" i="0" u="none" strike="noStrike" dirty="0">
                <a:solidFill>
                  <a:srgbClr val="0D0D0D"/>
                </a:solidFill>
                <a:effectLst/>
                <a:latin typeface="ui-sans-serif"/>
              </a:rPr>
              <a:t>mAP@0.5</a:t>
            </a:r>
            <a:r>
              <a:rPr lang="en-US" altLang="zh-TW" sz="2000" b="0" i="0" u="none" strike="noStrike" dirty="0">
                <a:solidFill>
                  <a:srgbClr val="0D0D0D"/>
                </a:solidFill>
                <a:effectLst/>
                <a:latin typeface="ui-sans-serif"/>
              </a:rPr>
              <a:t>: </a:t>
            </a:r>
            <a:r>
              <a:rPr lang="en-US" altLang="zh-TW" sz="2000" b="0" i="0" u="none" strike="noStrike" dirty="0" err="1">
                <a:solidFill>
                  <a:srgbClr val="0D0D0D"/>
                </a:solidFill>
                <a:effectLst/>
                <a:latin typeface="ui-sans-serif"/>
              </a:rPr>
              <a:t>mAP</a:t>
            </a:r>
            <a:r>
              <a:rPr lang="en-US" altLang="zh-TW" sz="2000" b="0" i="0" u="none" strike="noStrike" dirty="0">
                <a:solidFill>
                  <a:srgbClr val="0D0D0D"/>
                </a:solidFill>
                <a:effectLst/>
                <a:latin typeface="ui-sans-serif"/>
              </a:rPr>
              <a:t> at an </a:t>
            </a:r>
            <a:r>
              <a:rPr lang="en-US" altLang="zh-TW" sz="2000" b="0" i="0" u="none" strike="noStrike" dirty="0" err="1">
                <a:solidFill>
                  <a:srgbClr val="0D0D0D"/>
                </a:solidFill>
                <a:effectLst/>
                <a:latin typeface="ui-sans-serif"/>
              </a:rPr>
              <a:t>IoU</a:t>
            </a:r>
            <a:r>
              <a:rPr lang="en-US" altLang="zh-TW" sz="2000" b="0" i="0" u="none" strike="noStrike" dirty="0">
                <a:solidFill>
                  <a:srgbClr val="0D0D0D"/>
                </a:solidFill>
                <a:effectLst/>
                <a:latin typeface="ui-sans-serif"/>
              </a:rPr>
              <a:t> threshold of 0.5. This means a detection is considered correct if the </a:t>
            </a:r>
            <a:r>
              <a:rPr lang="en-US" altLang="zh-TW" sz="2000" b="0" i="0" u="none" strike="noStrike" dirty="0" err="1">
                <a:solidFill>
                  <a:srgbClr val="0D0D0D"/>
                </a:solidFill>
                <a:effectLst/>
                <a:latin typeface="ui-sans-serif"/>
              </a:rPr>
              <a:t>IoU</a:t>
            </a:r>
            <a:r>
              <a:rPr lang="en-US" altLang="zh-TW" sz="2000" b="0" i="0" u="none" strike="noStrike" dirty="0">
                <a:solidFill>
                  <a:srgbClr val="0D0D0D"/>
                </a:solidFill>
                <a:effectLst/>
                <a:latin typeface="ui-sans-serif"/>
              </a:rPr>
              <a:t> between the predicted and ground truth boxes is greater than 0.5.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TW" sz="2000" b="1" i="0" u="none" strike="noStrike" dirty="0" err="1">
                <a:solidFill>
                  <a:srgbClr val="0D0D0D"/>
                </a:solidFill>
                <a:effectLst/>
                <a:latin typeface="ui-sans-serif"/>
              </a:rPr>
              <a:t>IoU</a:t>
            </a:r>
            <a:r>
              <a:rPr lang="en-US" altLang="zh-TW" sz="2000" b="1" i="0" u="none" strike="noStrike" dirty="0">
                <a:solidFill>
                  <a:srgbClr val="0D0D0D"/>
                </a:solidFill>
                <a:effectLst/>
                <a:latin typeface="ui-sans-serif"/>
              </a:rPr>
              <a:t> &gt;=</a:t>
            </a:r>
            <a:r>
              <a:rPr lang="zh-TW" altLang="en-US" sz="2000" b="1" i="0" u="none" strike="noStrike" dirty="0">
                <a:solidFill>
                  <a:srgbClr val="0D0D0D"/>
                </a:solidFill>
                <a:effectLst/>
                <a:latin typeface="ui-sans-serif"/>
              </a:rPr>
              <a:t> </a:t>
            </a:r>
            <a:r>
              <a:rPr lang="en-US" altLang="zh-TW" sz="2000" b="1" i="0" u="none" strike="noStrike" dirty="0">
                <a:solidFill>
                  <a:srgbClr val="0D0D0D"/>
                </a:solidFill>
                <a:effectLst/>
                <a:latin typeface="ui-sans-serif"/>
              </a:rPr>
              <a:t>0.5 </a:t>
            </a:r>
            <a:r>
              <a:rPr lang="en-US" altLang="zh-TW" sz="2000" b="1" i="0" u="none" strike="noStrike" dirty="0">
                <a:solidFill>
                  <a:srgbClr val="0D0D0D"/>
                </a:solidFill>
                <a:effectLst/>
                <a:latin typeface="ui-sans-serif"/>
                <a:sym typeface="Wingdings" pitchFamily="2" charset="2"/>
              </a:rPr>
              <a:t> correct</a:t>
            </a:r>
            <a:endParaRPr lang="en-US" altLang="zh-TW" sz="2000" b="1" i="0" u="none" strike="noStrike" dirty="0">
              <a:solidFill>
                <a:srgbClr val="0D0D0D"/>
              </a:solidFill>
              <a:effectLst/>
              <a:latin typeface="ui-sans-serif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zh-TW" sz="2000" b="1" dirty="0">
              <a:solidFill>
                <a:srgbClr val="0D0D0D"/>
              </a:solidFill>
              <a:latin typeface="ui-sans-serif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zh-TW" sz="2000" b="1" i="0" u="none" strike="noStrike" dirty="0">
              <a:solidFill>
                <a:srgbClr val="0D0D0D"/>
              </a:solidFill>
              <a:effectLst/>
              <a:latin typeface="ui-sans-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TW" sz="2000" b="1" i="0" u="none" strike="noStrike" dirty="0">
                <a:solidFill>
                  <a:srgbClr val="0D0D0D"/>
                </a:solidFill>
                <a:effectLst/>
                <a:latin typeface="ui-sans-serif"/>
              </a:rPr>
              <a:t>mAP@0.5:0.95</a:t>
            </a:r>
            <a:r>
              <a:rPr lang="en-US" altLang="zh-TW" sz="2000" b="0" i="0" u="none" strike="noStrike" dirty="0">
                <a:solidFill>
                  <a:srgbClr val="0D0D0D"/>
                </a:solidFill>
                <a:effectLst/>
                <a:latin typeface="ui-sans-serif"/>
              </a:rPr>
              <a:t>: The average </a:t>
            </a:r>
            <a:r>
              <a:rPr lang="en-US" altLang="zh-TW" sz="2000" b="0" i="0" u="none" strike="noStrike" dirty="0" err="1">
                <a:solidFill>
                  <a:srgbClr val="0D0D0D"/>
                </a:solidFill>
                <a:effectLst/>
                <a:latin typeface="ui-sans-serif"/>
              </a:rPr>
              <a:t>mAP</a:t>
            </a:r>
            <a:r>
              <a:rPr lang="en-US" altLang="zh-TW" sz="2000" b="0" i="0" u="none" strike="noStrike" dirty="0">
                <a:solidFill>
                  <a:srgbClr val="0D0D0D"/>
                </a:solidFill>
                <a:effectLst/>
                <a:latin typeface="ui-sans-serif"/>
              </a:rPr>
              <a:t> computed at </a:t>
            </a:r>
            <a:r>
              <a:rPr lang="en-US" altLang="zh-TW" sz="2000" b="0" i="0" u="none" strike="noStrike" dirty="0" err="1">
                <a:solidFill>
                  <a:srgbClr val="0D0D0D"/>
                </a:solidFill>
                <a:effectLst/>
                <a:latin typeface="ui-sans-serif"/>
              </a:rPr>
              <a:t>IoU</a:t>
            </a:r>
            <a:r>
              <a:rPr lang="en-US" altLang="zh-TW" sz="2000" b="0" i="0" u="none" strike="noStrike" dirty="0">
                <a:solidFill>
                  <a:srgbClr val="0D0D0D"/>
                </a:solidFill>
                <a:effectLst/>
                <a:latin typeface="ui-sans-serif"/>
              </a:rPr>
              <a:t> thresholds from 0.5 to 0.95, in increments of 0.05. This provides a more comprehensive evaluation of the model‘s performance.</a:t>
            </a:r>
            <a:r>
              <a:rPr lang="zh-TW" altLang="en-US" sz="2000" b="0" i="0" u="none" strike="noStrike" dirty="0">
                <a:solidFill>
                  <a:srgbClr val="0D0D0D"/>
                </a:solidFill>
                <a:effectLst/>
                <a:latin typeface="ui-sans-serif"/>
              </a:rPr>
              <a:t> </a:t>
            </a:r>
            <a:endParaRPr lang="en-US" altLang="zh-TW" sz="2000" b="0" i="0" u="none" strike="noStrike" dirty="0">
              <a:solidFill>
                <a:srgbClr val="0D0D0D"/>
              </a:solidFill>
              <a:effectLst/>
              <a:latin typeface="ui-sans-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TW" sz="2000" b="1" i="0" u="none" strike="noStrike" dirty="0" err="1">
                <a:solidFill>
                  <a:srgbClr val="0D0D0D"/>
                </a:solidFill>
                <a:effectLst/>
                <a:latin typeface="ui-sans-serif"/>
              </a:rPr>
              <a:t>IoU</a:t>
            </a:r>
            <a:r>
              <a:rPr lang="en-US" altLang="zh-TW" sz="2000" b="1" i="0" u="none" strike="noStrike" dirty="0">
                <a:solidFill>
                  <a:srgbClr val="0D0D0D"/>
                </a:solidFill>
                <a:effectLst/>
                <a:latin typeface="ui-sans-serif"/>
              </a:rPr>
              <a:t> </a:t>
            </a:r>
            <a:r>
              <a:rPr lang="zh-TW" altLang="en-US" sz="2000" b="1" i="0" u="none" strike="noStrike" dirty="0">
                <a:solidFill>
                  <a:srgbClr val="0D0D0D"/>
                </a:solidFill>
                <a:effectLst/>
                <a:latin typeface="ui-sans-serif"/>
              </a:rPr>
              <a:t>從 </a:t>
            </a:r>
            <a:r>
              <a:rPr lang="en-US" altLang="zh-TW" sz="2000" b="1" i="0" u="none" strike="noStrike" dirty="0">
                <a:solidFill>
                  <a:srgbClr val="0D0D0D"/>
                </a:solidFill>
                <a:effectLst/>
                <a:latin typeface="ui-sans-serif"/>
              </a:rPr>
              <a:t>0.5 </a:t>
            </a:r>
            <a:r>
              <a:rPr lang="zh-TW" altLang="en-US" sz="2000" b="1" i="0" u="none" strike="noStrike" dirty="0">
                <a:solidFill>
                  <a:srgbClr val="0D0D0D"/>
                </a:solidFill>
                <a:effectLst/>
                <a:latin typeface="ui-sans-serif"/>
              </a:rPr>
              <a:t>到 </a:t>
            </a:r>
            <a:r>
              <a:rPr lang="en-US" altLang="zh-TW" sz="2000" b="1" i="0" u="none" strike="noStrike" dirty="0">
                <a:solidFill>
                  <a:srgbClr val="0D0D0D"/>
                </a:solidFill>
                <a:effectLst/>
                <a:latin typeface="ui-sans-serif"/>
              </a:rPr>
              <a:t>0.95, </a:t>
            </a:r>
            <a:r>
              <a:rPr lang="zh-TW" altLang="en-US" sz="2000" b="1" i="0" u="none" strike="noStrike" dirty="0">
                <a:solidFill>
                  <a:srgbClr val="0D0D0D"/>
                </a:solidFill>
                <a:effectLst/>
                <a:latin typeface="ui-sans-serif"/>
              </a:rPr>
              <a:t>每 </a:t>
            </a:r>
            <a:r>
              <a:rPr lang="en-US" altLang="zh-TW" sz="2000" b="1" i="0" u="none" strike="noStrike" dirty="0">
                <a:solidFill>
                  <a:srgbClr val="0D0D0D"/>
                </a:solidFill>
                <a:effectLst/>
                <a:latin typeface="ui-sans-serif"/>
              </a:rPr>
              <a:t>0.05 </a:t>
            </a:r>
            <a:r>
              <a:rPr lang="zh-TW" altLang="en-US" sz="2000" b="1" i="0" u="none" strike="noStrike" dirty="0">
                <a:solidFill>
                  <a:srgbClr val="0D0D0D"/>
                </a:solidFill>
                <a:effectLst/>
                <a:latin typeface="ui-sans-serif"/>
              </a:rPr>
              <a:t>算一次</a:t>
            </a:r>
            <a:r>
              <a:rPr lang="en-US" altLang="zh-TW" sz="2000" b="1" i="0" u="none" strike="noStrike" dirty="0">
                <a:solidFill>
                  <a:srgbClr val="0D0D0D"/>
                </a:solidFill>
                <a:effectLst/>
                <a:latin typeface="ui-sans-serif"/>
              </a:rPr>
              <a:t>AP</a:t>
            </a:r>
            <a:endParaRPr lang="en-US" altLang="zh-TW" sz="2000" b="0" i="0" u="none" strike="noStrike" dirty="0">
              <a:solidFill>
                <a:srgbClr val="0D0D0D"/>
              </a:solidFill>
              <a:effectLst/>
              <a:latin typeface="ui-sans-serif"/>
            </a:endParaRPr>
          </a:p>
          <a:p>
            <a:endParaRPr kumimoji="1"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FE8F36-0634-106A-EC38-A44A4408E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4</a:t>
            </a:fld>
            <a:endParaRPr kumimoji="1" lang="zh-TW" altLang="en-US"/>
          </a:p>
        </p:txBody>
      </p:sp>
      <p:sp>
        <p:nvSpPr>
          <p:cNvPr id="5" name="矩形 14">
            <a:extLst>
              <a:ext uri="{FF2B5EF4-FFF2-40B4-BE49-F238E27FC236}">
                <a16:creationId xmlns:a16="http://schemas.microsoft.com/office/drawing/2014/main" id="{3C9EED25-8F69-4C71-7F82-78C29A28B618}"/>
              </a:ext>
            </a:extLst>
          </p:cNvPr>
          <p:cNvSpPr/>
          <p:nvPr/>
        </p:nvSpPr>
        <p:spPr>
          <a:xfrm>
            <a:off x="0" y="0"/>
            <a:ext cx="434898" cy="685800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62241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0A0012D6-99F0-99B3-EE73-7C4261CDC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401094"/>
            <a:ext cx="10515600" cy="483882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967913-CFCA-2E47-5DD0-3EF2CDD0A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3C7B-CD00-F040-905B-AC976EC11E0E}" type="slidenum">
              <a:rPr kumimoji="1" lang="zh-TW" altLang="en-US" smtClean="0"/>
              <a:t>5</a:t>
            </a:fld>
            <a:endParaRPr kumimoji="1" lang="zh-TW" altLang="en-US"/>
          </a:p>
        </p:txBody>
      </p:sp>
      <p:sp>
        <p:nvSpPr>
          <p:cNvPr id="6" name="矩形 14">
            <a:extLst>
              <a:ext uri="{FF2B5EF4-FFF2-40B4-BE49-F238E27FC236}">
                <a16:creationId xmlns:a16="http://schemas.microsoft.com/office/drawing/2014/main" id="{64772026-9A5B-A686-F54C-9CBE74133653}"/>
              </a:ext>
            </a:extLst>
          </p:cNvPr>
          <p:cNvSpPr/>
          <p:nvPr/>
        </p:nvSpPr>
        <p:spPr>
          <a:xfrm>
            <a:off x="0" y="-1"/>
            <a:ext cx="434898" cy="68580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52325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12615</TotalTime>
  <Words>183</Words>
  <Application>Microsoft Macintosh PowerPoint</Application>
  <PresentationFormat>寬螢幕</PresentationFormat>
  <Paragraphs>19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ui-sans-serif</vt:lpstr>
      <vt:lpstr>Microsoft JhengHei</vt:lpstr>
      <vt:lpstr>Aptos</vt:lpstr>
      <vt:lpstr>Arial</vt:lpstr>
      <vt:lpstr>Arial</vt:lpstr>
      <vt:lpstr>Source Sans Pro</vt:lpstr>
      <vt:lpstr>Office 佈景主題</vt:lpstr>
      <vt:lpstr>IoU, mAP</vt:lpstr>
      <vt:lpstr>IoU</vt:lpstr>
      <vt:lpstr>mAP</vt:lpstr>
      <vt:lpstr>mAP@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李季青</dc:creator>
  <cp:lastModifiedBy>李季青</cp:lastModifiedBy>
  <cp:revision>51</cp:revision>
  <dcterms:created xsi:type="dcterms:W3CDTF">2024-02-27T13:47:45Z</dcterms:created>
  <dcterms:modified xsi:type="dcterms:W3CDTF">2024-05-23T22:59:02Z</dcterms:modified>
</cp:coreProperties>
</file>