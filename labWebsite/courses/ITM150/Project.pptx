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9" r:id="rId2"/>
    <p:sldId id="280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48" autoAdjust="0"/>
    <p:restoredTop sz="95404" autoAdjust="0"/>
  </p:normalViewPr>
  <p:slideViewPr>
    <p:cSldViewPr snapToGrid="0">
      <p:cViewPr varScale="1">
        <p:scale>
          <a:sx n="150" d="100"/>
          <a:sy n="150" d="100"/>
        </p:scale>
        <p:origin x="2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-Ching Lee" userId="7309231c4353d1c0" providerId="LiveId" clId="{6EB8415C-4F09-0046-B3F7-A54A9D82098E}"/>
    <pc:docChg chg="undo custSel addSld delSld modSld sldOrd">
      <pc:chgData name="Chi-Ching Lee" userId="7309231c4353d1c0" providerId="LiveId" clId="{6EB8415C-4F09-0046-B3F7-A54A9D82098E}" dt="2024-05-09T17:39:54.983" v="174" actId="20578"/>
      <pc:docMkLst>
        <pc:docMk/>
      </pc:docMkLst>
      <pc:sldChg chg="addSp delSp modSp mod">
        <pc:chgData name="Chi-Ching Lee" userId="7309231c4353d1c0" providerId="LiveId" clId="{6EB8415C-4F09-0046-B3F7-A54A9D82098E}" dt="2024-05-09T17:26:23.289" v="38" actId="1076"/>
        <pc:sldMkLst>
          <pc:docMk/>
          <pc:sldMk cId="3729187678" sldId="256"/>
        </pc:sldMkLst>
        <pc:spChg chg="mod">
          <ac:chgData name="Chi-Ching Lee" userId="7309231c4353d1c0" providerId="LiveId" clId="{6EB8415C-4F09-0046-B3F7-A54A9D82098E}" dt="2024-05-09T17:21:47.083" v="3" actId="20577"/>
          <ac:spMkLst>
            <pc:docMk/>
            <pc:sldMk cId="3729187678" sldId="256"/>
            <ac:spMk id="2" creationId="{B09FF31D-D8A0-F23B-D6F8-370245126997}"/>
          </ac:spMkLst>
        </pc:spChg>
        <pc:spChg chg="mod">
          <ac:chgData name="Chi-Ching Lee" userId="7309231c4353d1c0" providerId="LiveId" clId="{6EB8415C-4F09-0046-B3F7-A54A9D82098E}" dt="2024-05-09T17:22:05.343" v="8" actId="20577"/>
          <ac:spMkLst>
            <pc:docMk/>
            <pc:sldMk cId="3729187678" sldId="256"/>
            <ac:spMk id="3" creationId="{B8C274E2-0513-B7B2-4189-B4CAC09809DF}"/>
          </ac:spMkLst>
        </pc:spChg>
        <pc:spChg chg="del">
          <ac:chgData name="Chi-Ching Lee" userId="7309231c4353d1c0" providerId="LiveId" clId="{6EB8415C-4F09-0046-B3F7-A54A9D82098E}" dt="2024-05-09T17:22:07.460" v="9" actId="478"/>
          <ac:spMkLst>
            <pc:docMk/>
            <pc:sldMk cId="3729187678" sldId="256"/>
            <ac:spMk id="6" creationId="{510CD32A-2D98-4F4C-576C-00252B4882DE}"/>
          </ac:spMkLst>
        </pc:spChg>
        <pc:spChg chg="add mod">
          <ac:chgData name="Chi-Ching Lee" userId="7309231c4353d1c0" providerId="LiveId" clId="{6EB8415C-4F09-0046-B3F7-A54A9D82098E}" dt="2024-05-09T17:26:23.289" v="38" actId="1076"/>
          <ac:spMkLst>
            <pc:docMk/>
            <pc:sldMk cId="3729187678" sldId="256"/>
            <ac:spMk id="7" creationId="{638CCFC8-918E-ADBA-A65C-C0587F6D952D}"/>
          </ac:spMkLst>
        </pc:spChg>
      </pc:sldChg>
      <pc:sldChg chg="modSp add del mod">
        <pc:chgData name="Chi-Ching Lee" userId="7309231c4353d1c0" providerId="LiveId" clId="{6EB8415C-4F09-0046-B3F7-A54A9D82098E}" dt="2024-05-09T17:37:15.586" v="112" actId="20577"/>
        <pc:sldMkLst>
          <pc:docMk/>
          <pc:sldMk cId="1880695024" sldId="257"/>
        </pc:sldMkLst>
        <pc:spChg chg="mod">
          <ac:chgData name="Chi-Ching Lee" userId="7309231c4353d1c0" providerId="LiveId" clId="{6EB8415C-4F09-0046-B3F7-A54A9D82098E}" dt="2024-05-09T17:37:15.586" v="112" actId="20577"/>
          <ac:spMkLst>
            <pc:docMk/>
            <pc:sldMk cId="1880695024" sldId="257"/>
            <ac:spMk id="2" creationId="{00000000-0000-0000-0000-000000000000}"/>
          </ac:spMkLst>
        </pc:spChg>
      </pc:sldChg>
      <pc:sldChg chg="modSp add del mod">
        <pc:chgData name="Chi-Ching Lee" userId="7309231c4353d1c0" providerId="LiveId" clId="{6EB8415C-4F09-0046-B3F7-A54A9D82098E}" dt="2024-05-09T17:37:22.266" v="113" actId="20577"/>
        <pc:sldMkLst>
          <pc:docMk/>
          <pc:sldMk cId="821934064" sldId="258"/>
        </pc:sldMkLst>
        <pc:spChg chg="mod">
          <ac:chgData name="Chi-Ching Lee" userId="7309231c4353d1c0" providerId="LiveId" clId="{6EB8415C-4F09-0046-B3F7-A54A9D82098E}" dt="2024-05-09T17:37:22.266" v="113" actId="20577"/>
          <ac:spMkLst>
            <pc:docMk/>
            <pc:sldMk cId="821934064" sldId="258"/>
            <ac:spMk id="3" creationId="{00000000-0000-0000-0000-000000000000}"/>
          </ac:spMkLst>
        </pc:spChg>
      </pc:sldChg>
      <pc:sldChg chg="modSp add del mod">
        <pc:chgData name="Chi-Ching Lee" userId="7309231c4353d1c0" providerId="LiveId" clId="{6EB8415C-4F09-0046-B3F7-A54A9D82098E}" dt="2024-05-09T17:36:59.765" v="102" actId="20577"/>
        <pc:sldMkLst>
          <pc:docMk/>
          <pc:sldMk cId="3118337963" sldId="260"/>
        </pc:sldMkLst>
        <pc:spChg chg="mod">
          <ac:chgData name="Chi-Ching Lee" userId="7309231c4353d1c0" providerId="LiveId" clId="{6EB8415C-4F09-0046-B3F7-A54A9D82098E}" dt="2024-05-09T17:36:59.765" v="102" actId="20577"/>
          <ac:spMkLst>
            <pc:docMk/>
            <pc:sldMk cId="3118337963" sldId="260"/>
            <ac:spMk id="2" creationId="{00000000-0000-0000-0000-000000000000}"/>
          </ac:spMkLst>
        </pc:spChg>
        <pc:spChg chg="mod">
          <ac:chgData name="Chi-Ching Lee" userId="7309231c4353d1c0" providerId="LiveId" clId="{6EB8415C-4F09-0046-B3F7-A54A9D82098E}" dt="2024-05-09T17:36:52.425" v="89" actId="20577"/>
          <ac:spMkLst>
            <pc:docMk/>
            <pc:sldMk cId="3118337963" sldId="260"/>
            <ac:spMk id="3" creationId="{00000000-0000-0000-0000-000000000000}"/>
          </ac:spMkLst>
        </pc:spChg>
      </pc:sldChg>
      <pc:sldChg chg="modSp add del mod">
        <pc:chgData name="Chi-Ching Lee" userId="7309231c4353d1c0" providerId="LiveId" clId="{6EB8415C-4F09-0046-B3F7-A54A9D82098E}" dt="2024-05-09T17:38:40.962" v="171" actId="20577"/>
        <pc:sldMkLst>
          <pc:docMk/>
          <pc:sldMk cId="2308724289" sldId="261"/>
        </pc:sldMkLst>
        <pc:spChg chg="mod">
          <ac:chgData name="Chi-Ching Lee" userId="7309231c4353d1c0" providerId="LiveId" clId="{6EB8415C-4F09-0046-B3F7-A54A9D82098E}" dt="2024-05-09T17:38:40.962" v="171" actId="20577"/>
          <ac:spMkLst>
            <pc:docMk/>
            <pc:sldMk cId="2308724289" sldId="261"/>
            <ac:spMk id="2" creationId="{00000000-0000-0000-0000-000000000000}"/>
          </ac:spMkLst>
        </pc:spChg>
      </pc:sldChg>
      <pc:sldChg chg="modSp add del mod">
        <pc:chgData name="Chi-Ching Lee" userId="7309231c4353d1c0" providerId="LiveId" clId="{6EB8415C-4F09-0046-B3F7-A54A9D82098E}" dt="2024-05-09T17:38:25.431" v="162" actId="20577"/>
        <pc:sldMkLst>
          <pc:docMk/>
          <pc:sldMk cId="160295374" sldId="262"/>
        </pc:sldMkLst>
        <pc:spChg chg="mod">
          <ac:chgData name="Chi-Ching Lee" userId="7309231c4353d1c0" providerId="LiveId" clId="{6EB8415C-4F09-0046-B3F7-A54A9D82098E}" dt="2024-05-09T17:38:25.431" v="162" actId="20577"/>
          <ac:spMkLst>
            <pc:docMk/>
            <pc:sldMk cId="160295374" sldId="262"/>
            <ac:spMk id="2" creationId="{00000000-0000-0000-0000-000000000000}"/>
          </ac:spMkLst>
        </pc:spChg>
        <pc:spChg chg="mod">
          <ac:chgData name="Chi-Ching Lee" userId="7309231c4353d1c0" providerId="LiveId" clId="{6EB8415C-4F09-0046-B3F7-A54A9D82098E}" dt="2024-05-09T17:37:54.482" v="135" actId="20577"/>
          <ac:spMkLst>
            <pc:docMk/>
            <pc:sldMk cId="160295374" sldId="262"/>
            <ac:spMk id="3" creationId="{00000000-0000-0000-0000-000000000000}"/>
          </ac:spMkLst>
        </pc:spChg>
      </pc:sldChg>
      <pc:sldChg chg="modSp mod">
        <pc:chgData name="Chi-Ching Lee" userId="7309231c4353d1c0" providerId="LiveId" clId="{6EB8415C-4F09-0046-B3F7-A54A9D82098E}" dt="2024-05-09T17:28:01.501" v="78" actId="20577"/>
        <pc:sldMkLst>
          <pc:docMk/>
          <pc:sldMk cId="3777017725" sldId="279"/>
        </pc:sldMkLst>
        <pc:spChg chg="mod">
          <ac:chgData name="Chi-Ching Lee" userId="7309231c4353d1c0" providerId="LiveId" clId="{6EB8415C-4F09-0046-B3F7-A54A9D82098E}" dt="2024-05-09T17:27:25.976" v="39" actId="20577"/>
          <ac:spMkLst>
            <pc:docMk/>
            <pc:sldMk cId="3777017725" sldId="279"/>
            <ac:spMk id="3" creationId="{7A0A7DE3-298A-6040-CD21-C1C22CBC7898}"/>
          </ac:spMkLst>
        </pc:spChg>
        <pc:spChg chg="mod">
          <ac:chgData name="Chi-Ching Lee" userId="7309231c4353d1c0" providerId="LiveId" clId="{6EB8415C-4F09-0046-B3F7-A54A9D82098E}" dt="2024-05-09T17:28:01.501" v="78" actId="20577"/>
          <ac:spMkLst>
            <pc:docMk/>
            <pc:sldMk cId="3777017725" sldId="279"/>
            <ac:spMk id="11" creationId="{2D2906F6-C570-AD7C-2BF9-6DEF564DCD37}"/>
          </ac:spMkLst>
        </pc:spChg>
      </pc:sldChg>
      <pc:sldChg chg="del">
        <pc:chgData name="Chi-Ching Lee" userId="7309231c4353d1c0" providerId="LiveId" clId="{6EB8415C-4F09-0046-B3F7-A54A9D82098E}" dt="2024-05-09T17:24:36.903" v="21" actId="2696"/>
        <pc:sldMkLst>
          <pc:docMk/>
          <pc:sldMk cId="917130988" sldId="521"/>
        </pc:sldMkLst>
      </pc:sldChg>
      <pc:sldChg chg="del">
        <pc:chgData name="Chi-Ching Lee" userId="7309231c4353d1c0" providerId="LiveId" clId="{6EB8415C-4F09-0046-B3F7-A54A9D82098E}" dt="2024-05-09T17:24:36.902" v="20" actId="2696"/>
        <pc:sldMkLst>
          <pc:docMk/>
          <pc:sldMk cId="3444058189" sldId="522"/>
        </pc:sldMkLst>
      </pc:sldChg>
      <pc:sldChg chg="del">
        <pc:chgData name="Chi-Ching Lee" userId="7309231c4353d1c0" providerId="LiveId" clId="{6EB8415C-4F09-0046-B3F7-A54A9D82098E}" dt="2024-05-09T17:24:36.897" v="16" actId="2696"/>
        <pc:sldMkLst>
          <pc:docMk/>
          <pc:sldMk cId="458198006" sldId="523"/>
        </pc:sldMkLst>
      </pc:sldChg>
      <pc:sldChg chg="del">
        <pc:chgData name="Chi-Ching Lee" userId="7309231c4353d1c0" providerId="LiveId" clId="{6EB8415C-4F09-0046-B3F7-A54A9D82098E}" dt="2024-05-09T17:24:36.896" v="15" actId="2696"/>
        <pc:sldMkLst>
          <pc:docMk/>
          <pc:sldMk cId="3720544486" sldId="524"/>
        </pc:sldMkLst>
      </pc:sldChg>
      <pc:sldChg chg="del">
        <pc:chgData name="Chi-Ching Lee" userId="7309231c4353d1c0" providerId="LiveId" clId="{6EB8415C-4F09-0046-B3F7-A54A9D82098E}" dt="2024-05-09T17:24:36.905" v="23" actId="2696"/>
        <pc:sldMkLst>
          <pc:docMk/>
          <pc:sldMk cId="2024336893" sldId="525"/>
        </pc:sldMkLst>
      </pc:sldChg>
      <pc:sldChg chg="del">
        <pc:chgData name="Chi-Ching Lee" userId="7309231c4353d1c0" providerId="LiveId" clId="{6EB8415C-4F09-0046-B3F7-A54A9D82098E}" dt="2024-05-09T17:24:36.907" v="25" actId="2696"/>
        <pc:sldMkLst>
          <pc:docMk/>
          <pc:sldMk cId="2104549083" sldId="526"/>
        </pc:sldMkLst>
      </pc:sldChg>
      <pc:sldChg chg="del">
        <pc:chgData name="Chi-Ching Lee" userId="7309231c4353d1c0" providerId="LiveId" clId="{6EB8415C-4F09-0046-B3F7-A54A9D82098E}" dt="2024-05-09T17:24:36.904" v="22" actId="2696"/>
        <pc:sldMkLst>
          <pc:docMk/>
          <pc:sldMk cId="3179806318" sldId="527"/>
        </pc:sldMkLst>
      </pc:sldChg>
      <pc:sldChg chg="del">
        <pc:chgData name="Chi-Ching Lee" userId="7309231c4353d1c0" providerId="LiveId" clId="{6EB8415C-4F09-0046-B3F7-A54A9D82098E}" dt="2024-05-09T17:24:36.900" v="17" actId="2696"/>
        <pc:sldMkLst>
          <pc:docMk/>
          <pc:sldMk cId="1828929825" sldId="528"/>
        </pc:sldMkLst>
      </pc:sldChg>
      <pc:sldChg chg="del">
        <pc:chgData name="Chi-Ching Lee" userId="7309231c4353d1c0" providerId="LiveId" clId="{6EB8415C-4F09-0046-B3F7-A54A9D82098E}" dt="2024-05-09T17:25:04.027" v="29" actId="2696"/>
        <pc:sldMkLst>
          <pc:docMk/>
          <pc:sldMk cId="1161490172" sldId="529"/>
        </pc:sldMkLst>
      </pc:sldChg>
      <pc:sldChg chg="addSp delSp modSp new mod">
        <pc:chgData name="Chi-Ching Lee" userId="7309231c4353d1c0" providerId="LiveId" clId="{6EB8415C-4F09-0046-B3F7-A54A9D82098E}" dt="2024-05-09T17:25:21.131" v="34" actId="1076"/>
        <pc:sldMkLst>
          <pc:docMk/>
          <pc:sldMk cId="1415759969" sldId="530"/>
        </pc:sldMkLst>
        <pc:spChg chg="del">
          <ac:chgData name="Chi-Ching Lee" userId="7309231c4353d1c0" providerId="LiveId" clId="{6EB8415C-4F09-0046-B3F7-A54A9D82098E}" dt="2024-05-09T17:25:01.840" v="27" actId="478"/>
          <ac:spMkLst>
            <pc:docMk/>
            <pc:sldMk cId="1415759969" sldId="530"/>
            <ac:spMk id="2" creationId="{1D707467-D4C5-AA30-8E31-A416F1CC57BA}"/>
          </ac:spMkLst>
        </pc:spChg>
        <pc:spChg chg="del">
          <ac:chgData name="Chi-Ching Lee" userId="7309231c4353d1c0" providerId="LiveId" clId="{6EB8415C-4F09-0046-B3F7-A54A9D82098E}" dt="2024-05-09T17:25:01.840" v="27" actId="478"/>
          <ac:spMkLst>
            <pc:docMk/>
            <pc:sldMk cId="1415759969" sldId="530"/>
            <ac:spMk id="3" creationId="{812EA61B-3FF5-4532-7037-B36704D46288}"/>
          </ac:spMkLst>
        </pc:spChg>
        <pc:spChg chg="add mod">
          <ac:chgData name="Chi-Ching Lee" userId="7309231c4353d1c0" providerId="LiveId" clId="{6EB8415C-4F09-0046-B3F7-A54A9D82098E}" dt="2024-05-09T17:25:18.189" v="32" actId="20577"/>
          <ac:spMkLst>
            <pc:docMk/>
            <pc:sldMk cId="1415759969" sldId="530"/>
            <ac:spMk id="7" creationId="{FD764435-0061-C67A-CC2A-1E74A8FF8EDE}"/>
          </ac:spMkLst>
        </pc:spChg>
        <pc:picChg chg="add mod">
          <ac:chgData name="Chi-Ching Lee" userId="7309231c4353d1c0" providerId="LiveId" clId="{6EB8415C-4F09-0046-B3F7-A54A9D82098E}" dt="2024-05-09T17:25:21.131" v="34" actId="1076"/>
          <ac:picMkLst>
            <pc:docMk/>
            <pc:sldMk cId="1415759969" sldId="530"/>
            <ac:picMk id="5" creationId="{FF0AFF13-9E9B-7B96-7DDE-38BD53249F4D}"/>
          </ac:picMkLst>
        </pc:picChg>
      </pc:sldChg>
      <pc:sldChg chg="del">
        <pc:chgData name="Chi-Ching Lee" userId="7309231c4353d1c0" providerId="LiveId" clId="{6EB8415C-4F09-0046-B3F7-A54A9D82098E}" dt="2024-05-09T17:24:36.906" v="24" actId="2696"/>
        <pc:sldMkLst>
          <pc:docMk/>
          <pc:sldMk cId="4079497955" sldId="530"/>
        </pc:sldMkLst>
      </pc:sldChg>
      <pc:sldChg chg="del">
        <pc:chgData name="Chi-Ching Lee" userId="7309231c4353d1c0" providerId="LiveId" clId="{6EB8415C-4F09-0046-B3F7-A54A9D82098E}" dt="2024-05-09T17:24:36.901" v="19" actId="2696"/>
        <pc:sldMkLst>
          <pc:docMk/>
          <pc:sldMk cId="305159402" sldId="531"/>
        </pc:sldMkLst>
      </pc:sldChg>
      <pc:sldChg chg="addSp delSp modSp new mod ord">
        <pc:chgData name="Chi-Ching Lee" userId="7309231c4353d1c0" providerId="LiveId" clId="{6EB8415C-4F09-0046-B3F7-A54A9D82098E}" dt="2024-05-09T17:39:54.983" v="174" actId="20578"/>
        <pc:sldMkLst>
          <pc:docMk/>
          <pc:sldMk cId="1408305952" sldId="531"/>
        </pc:sldMkLst>
        <pc:spChg chg="del">
          <ac:chgData name="Chi-Ching Lee" userId="7309231c4353d1c0" providerId="LiveId" clId="{6EB8415C-4F09-0046-B3F7-A54A9D82098E}" dt="2024-05-09T17:34:12.398" v="83" actId="478"/>
          <ac:spMkLst>
            <pc:docMk/>
            <pc:sldMk cId="1408305952" sldId="531"/>
            <ac:spMk id="2" creationId="{2AA58E1B-D176-AF2D-5126-0DB033BCD41F}"/>
          </ac:spMkLst>
        </pc:spChg>
        <pc:spChg chg="del">
          <ac:chgData name="Chi-Ching Lee" userId="7309231c4353d1c0" providerId="LiveId" clId="{6EB8415C-4F09-0046-B3F7-A54A9D82098E}" dt="2024-05-09T17:34:06.221" v="80"/>
          <ac:spMkLst>
            <pc:docMk/>
            <pc:sldMk cId="1408305952" sldId="531"/>
            <ac:spMk id="3" creationId="{9A8F3867-3F09-D8E6-4A19-1061C114C241}"/>
          </ac:spMkLst>
        </pc:spChg>
        <pc:picChg chg="add mod">
          <ac:chgData name="Chi-Ching Lee" userId="7309231c4353d1c0" providerId="LiveId" clId="{6EB8415C-4F09-0046-B3F7-A54A9D82098E}" dt="2024-05-09T17:34:14.742" v="84" actId="1076"/>
          <ac:picMkLst>
            <pc:docMk/>
            <pc:sldMk cId="1408305952" sldId="531"/>
            <ac:picMk id="1026" creationId="{7E97B148-2E98-CFA1-A6CF-5F79BCE03A89}"/>
          </ac:picMkLst>
        </pc:picChg>
      </pc:sldChg>
      <pc:sldChg chg="del">
        <pc:chgData name="Chi-Ching Lee" userId="7309231c4353d1c0" providerId="LiveId" clId="{6EB8415C-4F09-0046-B3F7-A54A9D82098E}" dt="2024-05-09T17:24:36.901" v="18" actId="2696"/>
        <pc:sldMkLst>
          <pc:docMk/>
          <pc:sldMk cId="297392364" sldId="532"/>
        </pc:sldMkLst>
      </pc:sldChg>
      <pc:sldChg chg="modSp add del mod">
        <pc:chgData name="Chi-Ching Lee" userId="7309231c4353d1c0" providerId="LiveId" clId="{6EB8415C-4F09-0046-B3F7-A54A9D82098E}" dt="2024-05-09T17:36:47.806" v="88" actId="20577"/>
        <pc:sldMkLst>
          <pc:docMk/>
          <pc:sldMk cId="1729263605" sldId="532"/>
        </pc:sldMkLst>
        <pc:spChg chg="mod">
          <ac:chgData name="Chi-Ching Lee" userId="7309231c4353d1c0" providerId="LiveId" clId="{6EB8415C-4F09-0046-B3F7-A54A9D82098E}" dt="2024-05-09T17:36:47.806" v="88" actId="20577"/>
          <ac:spMkLst>
            <pc:docMk/>
            <pc:sldMk cId="1729263605" sldId="532"/>
            <ac:spMk id="2" creationId="{00000000-0000-0000-0000-000000000000}"/>
          </ac:spMkLst>
        </pc:spChg>
      </pc:sldChg>
      <pc:sldChg chg="addSp delSp modSp new">
        <pc:chgData name="Chi-Ching Lee" userId="7309231c4353d1c0" providerId="LiveId" clId="{6EB8415C-4F09-0046-B3F7-A54A9D82098E}" dt="2024-05-09T17:39:50.931" v="173"/>
        <pc:sldMkLst>
          <pc:docMk/>
          <pc:sldMk cId="1238014786" sldId="533"/>
        </pc:sldMkLst>
        <pc:spChg chg="del">
          <ac:chgData name="Chi-Ching Lee" userId="7309231c4353d1c0" providerId="LiveId" clId="{6EB8415C-4F09-0046-B3F7-A54A9D82098E}" dt="2024-05-09T17:39:50.931" v="173"/>
          <ac:spMkLst>
            <pc:docMk/>
            <pc:sldMk cId="1238014786" sldId="533"/>
            <ac:spMk id="3" creationId="{44C0F550-A6A7-ABE9-C96F-B0EE3EA3B985}"/>
          </ac:spMkLst>
        </pc:spChg>
        <pc:picChg chg="add mod">
          <ac:chgData name="Chi-Ching Lee" userId="7309231c4353d1c0" providerId="LiveId" clId="{6EB8415C-4F09-0046-B3F7-A54A9D82098E}" dt="2024-05-09T17:39:50.931" v="173"/>
          <ac:picMkLst>
            <pc:docMk/>
            <pc:sldMk cId="1238014786" sldId="533"/>
            <ac:picMk id="5" creationId="{76951512-DE64-9958-58CB-5B295910A1C7}"/>
          </ac:picMkLst>
        </pc:picChg>
      </pc:sldChg>
    </pc:docChg>
  </pc:docChgLst>
  <pc:docChgLst>
    <pc:chgData name="Chi-Ching Lee" userId="7309231c4353d1c0" providerId="LiveId" clId="{07569E5A-214C-E048-886C-946A794655B3}"/>
    <pc:docChg chg="custSel addSld delSld modSld">
      <pc:chgData name="Chi-Ching Lee" userId="7309231c4353d1c0" providerId="LiveId" clId="{07569E5A-214C-E048-886C-946A794655B3}" dt="2024-04-17T13:15:52.385" v="182" actId="1076"/>
      <pc:docMkLst>
        <pc:docMk/>
      </pc:docMkLst>
      <pc:sldChg chg="modSp del mod">
        <pc:chgData name="Chi-Ching Lee" userId="7309231c4353d1c0" providerId="LiveId" clId="{07569E5A-214C-E048-886C-946A794655B3}" dt="2024-04-17T12:41:58.469" v="111" actId="2696"/>
        <pc:sldMkLst>
          <pc:docMk/>
          <pc:sldMk cId="3777017725" sldId="279"/>
        </pc:sldMkLst>
        <pc:spChg chg="mod">
          <ac:chgData name="Chi-Ching Lee" userId="7309231c4353d1c0" providerId="LiveId" clId="{07569E5A-214C-E048-886C-946A794655B3}" dt="2024-04-17T12:41:53.179" v="110" actId="20577"/>
          <ac:spMkLst>
            <pc:docMk/>
            <pc:sldMk cId="3777017725" sldId="279"/>
            <ac:spMk id="11" creationId="{2D2906F6-C570-AD7C-2BF9-6DEF564DCD37}"/>
          </ac:spMkLst>
        </pc:spChg>
      </pc:sldChg>
      <pc:sldChg chg="modSp mod">
        <pc:chgData name="Chi-Ching Lee" userId="7309231c4353d1c0" providerId="LiveId" clId="{07569E5A-214C-E048-886C-946A794655B3}" dt="2024-04-17T13:15:52.385" v="182" actId="1076"/>
        <pc:sldMkLst>
          <pc:docMk/>
          <pc:sldMk cId="1869791578" sldId="514"/>
        </pc:sldMkLst>
        <pc:spChg chg="mod">
          <ac:chgData name="Chi-Ching Lee" userId="7309231c4353d1c0" providerId="LiveId" clId="{07569E5A-214C-E048-886C-946A794655B3}" dt="2024-04-17T13:15:52.385" v="182" actId="1076"/>
          <ac:spMkLst>
            <pc:docMk/>
            <pc:sldMk cId="1869791578" sldId="514"/>
            <ac:spMk id="2" creationId="{DED497FA-EB00-C1C0-12B9-C6559A4DEEAE}"/>
          </ac:spMkLst>
        </pc:spChg>
      </pc:sldChg>
      <pc:sldChg chg="modSp mod">
        <pc:chgData name="Chi-Ching Lee" userId="7309231c4353d1c0" providerId="LiveId" clId="{07569E5A-214C-E048-886C-946A794655B3}" dt="2024-04-17T13:09:19.689" v="167" actId="20577"/>
        <pc:sldMkLst>
          <pc:docMk/>
          <pc:sldMk cId="3870774563" sldId="515"/>
        </pc:sldMkLst>
        <pc:spChg chg="mod">
          <ac:chgData name="Chi-Ching Lee" userId="7309231c4353d1c0" providerId="LiveId" clId="{07569E5A-214C-E048-886C-946A794655B3}" dt="2024-04-17T13:09:19.689" v="167" actId="20577"/>
          <ac:spMkLst>
            <pc:docMk/>
            <pc:sldMk cId="3870774563" sldId="515"/>
            <ac:spMk id="3" creationId="{7A0A7DE3-298A-6040-CD21-C1C22CBC7898}"/>
          </ac:spMkLst>
        </pc:spChg>
      </pc:sldChg>
      <pc:sldChg chg="addSp delSp modSp mod">
        <pc:chgData name="Chi-Ching Lee" userId="7309231c4353d1c0" providerId="LiveId" clId="{07569E5A-214C-E048-886C-946A794655B3}" dt="2024-04-17T06:02:57.425" v="98" actId="404"/>
        <pc:sldMkLst>
          <pc:docMk/>
          <pc:sldMk cId="94931989" sldId="516"/>
        </pc:sldMkLst>
        <pc:spChg chg="mod">
          <ac:chgData name="Chi-Ching Lee" userId="7309231c4353d1c0" providerId="LiveId" clId="{07569E5A-214C-E048-886C-946A794655B3}" dt="2024-04-17T06:02:57.425" v="98" actId="404"/>
          <ac:spMkLst>
            <pc:docMk/>
            <pc:sldMk cId="94931989" sldId="516"/>
            <ac:spMk id="8" creationId="{71AF4186-35A5-213E-FADA-F56112FD057A}"/>
          </ac:spMkLst>
        </pc:spChg>
        <pc:spChg chg="del">
          <ac:chgData name="Chi-Ching Lee" userId="7309231c4353d1c0" providerId="LiveId" clId="{07569E5A-214C-E048-886C-946A794655B3}" dt="2024-04-17T05:58:09.521" v="4" actId="478"/>
          <ac:spMkLst>
            <pc:docMk/>
            <pc:sldMk cId="94931989" sldId="516"/>
            <ac:spMk id="10" creationId="{5E3B950D-E000-E9E8-1F1D-13C1382AE314}"/>
          </ac:spMkLst>
        </pc:spChg>
        <pc:grpChg chg="add mod">
          <ac:chgData name="Chi-Ching Lee" userId="7309231c4353d1c0" providerId="LiveId" clId="{07569E5A-214C-E048-886C-946A794655B3}" dt="2024-04-17T06:02:49.360" v="95" actId="1076"/>
          <ac:grpSpMkLst>
            <pc:docMk/>
            <pc:sldMk cId="94931989" sldId="516"/>
            <ac:grpSpMk id="5" creationId="{5589E9C8-3ECD-46E4-2780-E8A8563B2B8A}"/>
          </ac:grpSpMkLst>
        </pc:grpChg>
        <pc:picChg chg="mod">
          <ac:chgData name="Chi-Ching Lee" userId="7309231c4353d1c0" providerId="LiveId" clId="{07569E5A-214C-E048-886C-946A794655B3}" dt="2024-04-17T06:02:49.360" v="95" actId="1076"/>
          <ac:picMkLst>
            <pc:docMk/>
            <pc:sldMk cId="94931989" sldId="516"/>
            <ac:picMk id="1026" creationId="{5D3FF5EF-0270-B461-471E-30A36EF159BF}"/>
          </ac:picMkLst>
        </pc:picChg>
      </pc:sldChg>
      <pc:sldChg chg="modSp mod">
        <pc:chgData name="Chi-Ching Lee" userId="7309231c4353d1c0" providerId="LiveId" clId="{07569E5A-214C-E048-886C-946A794655B3}" dt="2024-04-17T06:03:09.997" v="109" actId="1037"/>
        <pc:sldMkLst>
          <pc:docMk/>
          <pc:sldMk cId="2380082506" sldId="518"/>
        </pc:sldMkLst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38" creationId="{ECFC3CA8-BE86-1F74-B0D4-6A87ECA5D6FE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40" creationId="{8910240D-38F2-FCBA-894A-1C6FEE549A9A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41" creationId="{8022EDF4-FFAB-E98E-DD1D-CB1AF7DCA7EC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54" creationId="{04699ABE-8FDC-4D66-FF3D-3DCDA1D07224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55" creationId="{D98A553C-0CC6-F1DA-2F50-A73576CAEC22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56" creationId="{34AA7C24-F739-24EE-ECC1-7380639F1A49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57" creationId="{0C8B5EC3-0EF2-20C7-D95D-E042459257DD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67" creationId="{29BA4E40-3A1B-6778-79F6-56D185BEE51C}"/>
          </ac:spMkLst>
        </pc:spChg>
        <pc:grpChg chg="mod">
          <ac:chgData name="Chi-Ching Lee" userId="7309231c4353d1c0" providerId="LiveId" clId="{07569E5A-214C-E048-886C-946A794655B3}" dt="2024-04-17T06:03:09.997" v="109" actId="1037"/>
          <ac:grpSpMkLst>
            <pc:docMk/>
            <pc:sldMk cId="2380082506" sldId="518"/>
            <ac:grpSpMk id="9" creationId="{4062EE64-4728-F902-0328-F9838BFF8291}"/>
          </ac:grpSpMkLst>
        </pc:grpChg>
        <pc:grpChg chg="mod">
          <ac:chgData name="Chi-Ching Lee" userId="7309231c4353d1c0" providerId="LiveId" clId="{07569E5A-214C-E048-886C-946A794655B3}" dt="2024-04-17T06:03:09.997" v="109" actId="1037"/>
          <ac:grpSpMkLst>
            <pc:docMk/>
            <pc:sldMk cId="2380082506" sldId="518"/>
            <ac:grpSpMk id="14" creationId="{A5BD43FA-97E6-3EAE-361F-EE9DCE834742}"/>
          </ac:grpSpMkLst>
        </pc:grpChg>
        <pc:graphicFrameChg chg="mod">
          <ac:chgData name="Chi-Ching Lee" userId="7309231c4353d1c0" providerId="LiveId" clId="{07569E5A-214C-E048-886C-946A794655B3}" dt="2024-04-17T06:03:09.997" v="109" actId="1037"/>
          <ac:graphicFrameMkLst>
            <pc:docMk/>
            <pc:sldMk cId="2380082506" sldId="518"/>
            <ac:graphicFrameMk id="8" creationId="{3DFEB494-A1BA-CD38-709F-DC868DE83ECB}"/>
          </ac:graphicFrameMkLst>
        </pc:graphicFrameChg>
        <pc:graphicFrameChg chg="mod">
          <ac:chgData name="Chi-Ching Lee" userId="7309231c4353d1c0" providerId="LiveId" clId="{07569E5A-214C-E048-886C-946A794655B3}" dt="2024-04-17T06:03:09.997" v="109" actId="1037"/>
          <ac:graphicFrameMkLst>
            <pc:docMk/>
            <pc:sldMk cId="2380082506" sldId="518"/>
            <ac:graphicFrameMk id="52" creationId="{0BECE621-DDB3-6A91-B660-8FAC1F136CF0}"/>
          </ac:graphicFrameMkLst>
        </pc:graphicFrameChg>
        <pc:picChg chg="mod">
          <ac:chgData name="Chi-Ching Lee" userId="7309231c4353d1c0" providerId="LiveId" clId="{07569E5A-214C-E048-886C-946A794655B3}" dt="2024-04-17T06:03:09.997" v="109" actId="1037"/>
          <ac:picMkLst>
            <pc:docMk/>
            <pc:sldMk cId="2380082506" sldId="518"/>
            <ac:picMk id="19" creationId="{797DBF58-AE7D-DC8E-1E01-E393FA7CFDED}"/>
          </ac:picMkLst>
        </pc:picChg>
        <pc:picChg chg="mod">
          <ac:chgData name="Chi-Ching Lee" userId="7309231c4353d1c0" providerId="LiveId" clId="{07569E5A-214C-E048-886C-946A794655B3}" dt="2024-04-17T06:03:09.997" v="109" actId="1037"/>
          <ac:picMkLst>
            <pc:docMk/>
            <pc:sldMk cId="2380082506" sldId="518"/>
            <ac:picMk id="20" creationId="{807DA10E-192A-A2AA-90A8-3A04027C17DF}"/>
          </ac:picMkLst>
        </pc:picChg>
        <pc:picChg chg="mod">
          <ac:chgData name="Chi-Ching Lee" userId="7309231c4353d1c0" providerId="LiveId" clId="{07569E5A-214C-E048-886C-946A794655B3}" dt="2024-04-17T06:03:09.997" v="109" actId="1037"/>
          <ac:picMkLst>
            <pc:docMk/>
            <pc:sldMk cId="2380082506" sldId="518"/>
            <ac:picMk id="58" creationId="{9F60172D-D840-0B82-170B-C453A2BC4F5F}"/>
          </ac:picMkLst>
        </pc:picChg>
        <pc:picChg chg="mod">
          <ac:chgData name="Chi-Ching Lee" userId="7309231c4353d1c0" providerId="LiveId" clId="{07569E5A-214C-E048-886C-946A794655B3}" dt="2024-04-17T06:03:09.997" v="109" actId="1037"/>
          <ac:picMkLst>
            <pc:docMk/>
            <pc:sldMk cId="2380082506" sldId="518"/>
            <ac:picMk id="59" creationId="{ED866FA6-9FB7-431E-9E91-5769869D0F87}"/>
          </ac:picMkLst>
        </pc:picChg>
      </pc:sldChg>
      <pc:sldChg chg="modSp mod">
        <pc:chgData name="Chi-Ching Lee" userId="7309231c4353d1c0" providerId="LiveId" clId="{07569E5A-214C-E048-886C-946A794655B3}" dt="2024-04-17T13:10:18.417" v="181" actId="20577"/>
        <pc:sldMkLst>
          <pc:docMk/>
          <pc:sldMk cId="3179265246" sldId="519"/>
        </pc:sldMkLst>
        <pc:spChg chg="mod">
          <ac:chgData name="Chi-Ching Lee" userId="7309231c4353d1c0" providerId="LiveId" clId="{07569E5A-214C-E048-886C-946A794655B3}" dt="2024-04-17T13:10:18.417" v="181" actId="20577"/>
          <ac:spMkLst>
            <pc:docMk/>
            <pc:sldMk cId="3179265246" sldId="519"/>
            <ac:spMk id="11" creationId="{2D2906F6-C570-AD7C-2BF9-6DEF564DCD37}"/>
          </ac:spMkLst>
        </pc:spChg>
        <pc:picChg chg="mod">
          <ac:chgData name="Chi-Ching Lee" userId="7309231c4353d1c0" providerId="LiveId" clId="{07569E5A-214C-E048-886C-946A794655B3}" dt="2024-04-17T12:43:31.239" v="115" actId="1076"/>
          <ac:picMkLst>
            <pc:docMk/>
            <pc:sldMk cId="3179265246" sldId="519"/>
            <ac:picMk id="4" creationId="{4DBE9DE7-6131-CC93-60A9-23259B224C0A}"/>
          </ac:picMkLst>
        </pc:picChg>
        <pc:picChg chg="mod">
          <ac:chgData name="Chi-Ching Lee" userId="7309231c4353d1c0" providerId="LiveId" clId="{07569E5A-214C-E048-886C-946A794655B3}" dt="2024-04-17T12:43:35.850" v="116" actId="1076"/>
          <ac:picMkLst>
            <pc:docMk/>
            <pc:sldMk cId="3179265246" sldId="519"/>
            <ac:picMk id="10" creationId="{55A0EA56-76FD-1586-721E-2DC9EEB3F39A}"/>
          </ac:picMkLst>
        </pc:picChg>
      </pc:sldChg>
      <pc:sldChg chg="addSp delSp modSp new mod">
        <pc:chgData name="Chi-Ching Lee" userId="7309231c4353d1c0" providerId="LiveId" clId="{07569E5A-214C-E048-886C-946A794655B3}" dt="2024-04-17T13:08:42.805" v="165" actId="1076"/>
        <pc:sldMkLst>
          <pc:docMk/>
          <pc:sldMk cId="3106155029" sldId="520"/>
        </pc:sldMkLst>
        <pc:spChg chg="mod">
          <ac:chgData name="Chi-Ching Lee" userId="7309231c4353d1c0" providerId="LiveId" clId="{07569E5A-214C-E048-886C-946A794655B3}" dt="2024-04-17T13:03:26.454" v="145"/>
          <ac:spMkLst>
            <pc:docMk/>
            <pc:sldMk cId="3106155029" sldId="520"/>
            <ac:spMk id="2" creationId="{54EFB497-6E69-366E-9B7E-FCB63B7291C8}"/>
          </ac:spMkLst>
        </pc:spChg>
        <pc:spChg chg="del">
          <ac:chgData name="Chi-Ching Lee" userId="7309231c4353d1c0" providerId="LiveId" clId="{07569E5A-214C-E048-886C-946A794655B3}" dt="2024-04-17T13:03:17.912" v="143"/>
          <ac:spMkLst>
            <pc:docMk/>
            <pc:sldMk cId="3106155029" sldId="520"/>
            <ac:spMk id="3" creationId="{745BECDC-B0CD-AA56-F80D-F52DA7C0413A}"/>
          </ac:spMkLst>
        </pc:spChg>
        <pc:spChg chg="add mod">
          <ac:chgData name="Chi-Ching Lee" userId="7309231c4353d1c0" providerId="LiveId" clId="{07569E5A-214C-E048-886C-946A794655B3}" dt="2024-04-17T13:03:22.155" v="144"/>
          <ac:spMkLst>
            <pc:docMk/>
            <pc:sldMk cId="3106155029" sldId="520"/>
            <ac:spMk id="6" creationId="{90C74119-C976-E4E9-F86D-997481238102}"/>
          </ac:spMkLst>
        </pc:spChg>
        <pc:spChg chg="add del mod">
          <ac:chgData name="Chi-Ching Lee" userId="7309231c4353d1c0" providerId="LiveId" clId="{07569E5A-214C-E048-886C-946A794655B3}" dt="2024-04-17T13:08:18.740" v="155" actId="478"/>
          <ac:spMkLst>
            <pc:docMk/>
            <pc:sldMk cId="3106155029" sldId="520"/>
            <ac:spMk id="9" creationId="{36EFA584-C981-A6ED-8FB3-4D3C9DF8DF3D}"/>
          </ac:spMkLst>
        </pc:spChg>
        <pc:picChg chg="add del mod">
          <ac:chgData name="Chi-Ching Lee" userId="7309231c4353d1c0" providerId="LiveId" clId="{07569E5A-214C-E048-886C-946A794655B3}" dt="2024-04-17T13:08:16.647" v="153" actId="478"/>
          <ac:picMkLst>
            <pc:docMk/>
            <pc:sldMk cId="3106155029" sldId="520"/>
            <ac:picMk id="5" creationId="{86E67E18-5459-4C9F-4837-7C77426711FF}"/>
          </ac:picMkLst>
        </pc:picChg>
        <pc:picChg chg="add del mod">
          <ac:chgData name="Chi-Ching Lee" userId="7309231c4353d1c0" providerId="LiveId" clId="{07569E5A-214C-E048-886C-946A794655B3}" dt="2024-04-17T13:08:20.091" v="156" actId="478"/>
          <ac:picMkLst>
            <pc:docMk/>
            <pc:sldMk cId="3106155029" sldId="520"/>
            <ac:picMk id="7" creationId="{1AD2BC78-DD16-F036-799F-2795FB44D77F}"/>
          </ac:picMkLst>
        </pc:picChg>
        <pc:picChg chg="add mod">
          <ac:chgData name="Chi-Ching Lee" userId="7309231c4353d1c0" providerId="LiveId" clId="{07569E5A-214C-E048-886C-946A794655B3}" dt="2024-04-17T13:08:35.084" v="163" actId="14100"/>
          <ac:picMkLst>
            <pc:docMk/>
            <pc:sldMk cId="3106155029" sldId="520"/>
            <ac:picMk id="10" creationId="{2F191DE6-5069-D62D-4DAB-36D1859DB9D2}"/>
          </ac:picMkLst>
        </pc:picChg>
        <pc:picChg chg="add mod">
          <ac:chgData name="Chi-Ching Lee" userId="7309231c4353d1c0" providerId="LiveId" clId="{07569E5A-214C-E048-886C-946A794655B3}" dt="2024-04-17T13:08:42.805" v="165" actId="1076"/>
          <ac:picMkLst>
            <pc:docMk/>
            <pc:sldMk cId="3106155029" sldId="520"/>
            <ac:picMk id="11" creationId="{8714F568-9F6D-6A74-9975-50F412E380A1}"/>
          </ac:picMkLst>
        </pc:picChg>
      </pc:sldChg>
    </pc:docChg>
  </pc:docChgLst>
  <pc:docChgLst>
    <pc:chgData name="Chi-Ching Lee" userId="7309231c4353d1c0" providerId="LiveId" clId="{F9D81EC0-64A7-4A3B-9906-10F4A945AA29}"/>
    <pc:docChg chg="modSld">
      <pc:chgData name="Chi-Ching Lee" userId="7309231c4353d1c0" providerId="LiveId" clId="{F9D81EC0-64A7-4A3B-9906-10F4A945AA29}" dt="2024-04-26T06:00:18.461" v="0" actId="115"/>
      <pc:docMkLst>
        <pc:docMk/>
      </pc:docMkLst>
      <pc:sldChg chg="modSp mod">
        <pc:chgData name="Chi-Ching Lee" userId="7309231c4353d1c0" providerId="LiveId" clId="{F9D81EC0-64A7-4A3B-9906-10F4A945AA29}" dt="2024-04-26T06:00:18.461" v="0" actId="115"/>
        <pc:sldMkLst>
          <pc:docMk/>
          <pc:sldMk cId="2604979784" sldId="529"/>
        </pc:sldMkLst>
        <pc:spChg chg="mod">
          <ac:chgData name="Chi-Ching Lee" userId="7309231c4353d1c0" providerId="LiveId" clId="{F9D81EC0-64A7-4A3B-9906-10F4A945AA29}" dt="2024-04-26T06:00:18.461" v="0" actId="115"/>
          <ac:spMkLst>
            <pc:docMk/>
            <pc:sldMk cId="2604979784" sldId="529"/>
            <ac:spMk id="2" creationId="{58AF3440-E5E4-82E1-41A6-D7A693B57906}"/>
          </ac:spMkLst>
        </pc:spChg>
      </pc:sldChg>
    </pc:docChg>
  </pc:docChgLst>
  <pc:docChgLst>
    <pc:chgData name="Chi-Ching Lee" userId="7309231c4353d1c0" providerId="LiveId" clId="{72546D73-7EAC-3344-BD3F-F4477A807635}"/>
    <pc:docChg chg="undo custSel addSld delSld modSld sldOrd">
      <pc:chgData name="Chi-Ching Lee" userId="7309231c4353d1c0" providerId="LiveId" clId="{72546D73-7EAC-3344-BD3F-F4477A807635}" dt="2024-05-03T05:09:51.711" v="421" actId="20577"/>
      <pc:docMkLst>
        <pc:docMk/>
      </pc:docMkLst>
      <pc:sldChg chg="addSp modSp mod">
        <pc:chgData name="Chi-Ching Lee" userId="7309231c4353d1c0" providerId="LiveId" clId="{72546D73-7EAC-3344-BD3F-F4477A807635}" dt="2024-05-02T08:44:02.876" v="10" actId="20577"/>
        <pc:sldMkLst>
          <pc:docMk/>
          <pc:sldMk cId="3729187678" sldId="256"/>
        </pc:sldMkLst>
        <pc:spChg chg="mod">
          <ac:chgData name="Chi-Ching Lee" userId="7309231c4353d1c0" providerId="LiveId" clId="{72546D73-7EAC-3344-BD3F-F4477A807635}" dt="2024-05-02T08:43:20.002" v="2" actId="20577"/>
          <ac:spMkLst>
            <pc:docMk/>
            <pc:sldMk cId="3729187678" sldId="256"/>
            <ac:spMk id="2" creationId="{B09FF31D-D8A0-F23B-D6F8-370245126997}"/>
          </ac:spMkLst>
        </pc:spChg>
        <pc:spChg chg="mod">
          <ac:chgData name="Chi-Ching Lee" userId="7309231c4353d1c0" providerId="LiveId" clId="{72546D73-7EAC-3344-BD3F-F4477A807635}" dt="2024-05-02T08:43:34.089" v="7"/>
          <ac:spMkLst>
            <pc:docMk/>
            <pc:sldMk cId="3729187678" sldId="256"/>
            <ac:spMk id="3" creationId="{B8C274E2-0513-B7B2-4189-B4CAC09809DF}"/>
          </ac:spMkLst>
        </pc:spChg>
        <pc:spChg chg="add mod">
          <ac:chgData name="Chi-Ching Lee" userId="7309231c4353d1c0" providerId="LiveId" clId="{72546D73-7EAC-3344-BD3F-F4477A807635}" dt="2024-05-02T08:44:02.876" v="10" actId="20577"/>
          <ac:spMkLst>
            <pc:docMk/>
            <pc:sldMk cId="3729187678" sldId="256"/>
            <ac:spMk id="6" creationId="{510CD32A-2D98-4F4C-576C-00252B4882DE}"/>
          </ac:spMkLst>
        </pc:spChg>
      </pc:sldChg>
      <pc:sldChg chg="delSp modSp add mod">
        <pc:chgData name="Chi-Ching Lee" userId="7309231c4353d1c0" providerId="LiveId" clId="{72546D73-7EAC-3344-BD3F-F4477A807635}" dt="2024-05-03T05:09:51.711" v="421" actId="20577"/>
        <pc:sldMkLst>
          <pc:docMk/>
          <pc:sldMk cId="3777017725" sldId="279"/>
        </pc:sldMkLst>
        <pc:spChg chg="mod">
          <ac:chgData name="Chi-Ching Lee" userId="7309231c4353d1c0" providerId="LiveId" clId="{72546D73-7EAC-3344-BD3F-F4477A807635}" dt="2024-05-03T05:01:46.451" v="324" actId="20577"/>
          <ac:spMkLst>
            <pc:docMk/>
            <pc:sldMk cId="3777017725" sldId="279"/>
            <ac:spMk id="2" creationId="{C051C653-5A34-A853-C569-6D61F1EE06C0}"/>
          </ac:spMkLst>
        </pc:spChg>
        <pc:spChg chg="mod">
          <ac:chgData name="Chi-Ching Lee" userId="7309231c4353d1c0" providerId="LiveId" clId="{72546D73-7EAC-3344-BD3F-F4477A807635}" dt="2024-05-03T05:08:13.076" v="409" actId="20577"/>
          <ac:spMkLst>
            <pc:docMk/>
            <pc:sldMk cId="3777017725" sldId="279"/>
            <ac:spMk id="3" creationId="{7A0A7DE3-298A-6040-CD21-C1C22CBC7898}"/>
          </ac:spMkLst>
        </pc:spChg>
        <pc:spChg chg="mod">
          <ac:chgData name="Chi-Ching Lee" userId="7309231c4353d1c0" providerId="LiveId" clId="{72546D73-7EAC-3344-BD3F-F4477A807635}" dt="2024-05-03T05:09:51.711" v="421" actId="20577"/>
          <ac:spMkLst>
            <pc:docMk/>
            <pc:sldMk cId="3777017725" sldId="279"/>
            <ac:spMk id="11" creationId="{2D2906F6-C570-AD7C-2BF9-6DEF564DCD37}"/>
          </ac:spMkLst>
        </pc:spChg>
        <pc:grpChg chg="del">
          <ac:chgData name="Chi-Ching Lee" userId="7309231c4353d1c0" providerId="LiveId" clId="{72546D73-7EAC-3344-BD3F-F4477A807635}" dt="2024-05-03T05:01:23.049" v="315" actId="478"/>
          <ac:grpSpMkLst>
            <pc:docMk/>
            <pc:sldMk cId="3777017725" sldId="279"/>
            <ac:grpSpMk id="12" creationId="{61FB19D0-A2C3-EDB4-C769-B28FBCB82D9D}"/>
          </ac:grpSpMkLst>
        </pc:grpChg>
        <pc:picChg chg="del">
          <ac:chgData name="Chi-Ching Lee" userId="7309231c4353d1c0" providerId="LiveId" clId="{72546D73-7EAC-3344-BD3F-F4477A807635}" dt="2024-05-03T05:01:17.849" v="314" actId="478"/>
          <ac:picMkLst>
            <pc:docMk/>
            <pc:sldMk cId="3777017725" sldId="279"/>
            <ac:picMk id="9" creationId="{AF55EDE6-E139-6203-F3D8-6E0738799E85}"/>
          </ac:picMkLst>
        </pc:picChg>
      </pc:sldChg>
      <pc:sldChg chg="addSp delSp modSp mod">
        <pc:chgData name="Chi-Ching Lee" userId="7309231c4353d1c0" providerId="LiveId" clId="{72546D73-7EAC-3344-BD3F-F4477A807635}" dt="2024-05-02T08:45:32.693" v="23" actId="1076"/>
        <pc:sldMkLst>
          <pc:docMk/>
          <pc:sldMk cId="917130988" sldId="521"/>
        </pc:sldMkLst>
        <pc:spChg chg="del">
          <ac:chgData name="Chi-Ching Lee" userId="7309231c4353d1c0" providerId="LiveId" clId="{72546D73-7EAC-3344-BD3F-F4477A807635}" dt="2024-05-02T08:44:20.472" v="11" actId="478"/>
          <ac:spMkLst>
            <pc:docMk/>
            <pc:sldMk cId="917130988" sldId="521"/>
            <ac:spMk id="2" creationId="{BD9C13C5-29CF-9188-C5BB-747426271C26}"/>
          </ac:spMkLst>
        </pc:spChg>
        <pc:spChg chg="del">
          <ac:chgData name="Chi-Ching Lee" userId="7309231c4353d1c0" providerId="LiveId" clId="{72546D73-7EAC-3344-BD3F-F4477A807635}" dt="2024-05-02T08:44:23.246" v="12" actId="478"/>
          <ac:spMkLst>
            <pc:docMk/>
            <pc:sldMk cId="917130988" sldId="521"/>
            <ac:spMk id="3" creationId="{E2C67CE2-ACE3-7CA4-0CF0-8938490E0F58}"/>
          </ac:spMkLst>
        </pc:spChg>
        <pc:spChg chg="add del mod">
          <ac:chgData name="Chi-Ching Lee" userId="7309231c4353d1c0" providerId="LiveId" clId="{72546D73-7EAC-3344-BD3F-F4477A807635}" dt="2024-05-02T08:44:25.758" v="13" actId="478"/>
          <ac:spMkLst>
            <pc:docMk/>
            <pc:sldMk cId="917130988" sldId="521"/>
            <ac:spMk id="7" creationId="{FEB326A4-296D-8D60-C36A-B5DC9818CEE6}"/>
          </ac:spMkLst>
        </pc:spChg>
        <pc:spChg chg="add del mod">
          <ac:chgData name="Chi-Ching Lee" userId="7309231c4353d1c0" providerId="LiveId" clId="{72546D73-7EAC-3344-BD3F-F4477A807635}" dt="2024-05-02T08:44:25.758" v="13" actId="478"/>
          <ac:spMkLst>
            <pc:docMk/>
            <pc:sldMk cId="917130988" sldId="521"/>
            <ac:spMk id="9" creationId="{070D7D81-EE33-04F0-4B72-B9D3A0FEAC07}"/>
          </ac:spMkLst>
        </pc:spChg>
        <pc:picChg chg="add mod">
          <ac:chgData name="Chi-Ching Lee" userId="7309231c4353d1c0" providerId="LiveId" clId="{72546D73-7EAC-3344-BD3F-F4477A807635}" dt="2024-05-02T08:45:05.937" v="16" actId="1076"/>
          <ac:picMkLst>
            <pc:docMk/>
            <pc:sldMk cId="917130988" sldId="521"/>
            <ac:picMk id="10" creationId="{311FBB27-CE40-8552-EC8B-EDD1DCC50905}"/>
          </ac:picMkLst>
        </pc:picChg>
        <pc:picChg chg="add mod">
          <ac:chgData name="Chi-Ching Lee" userId="7309231c4353d1c0" providerId="LiveId" clId="{72546D73-7EAC-3344-BD3F-F4477A807635}" dt="2024-05-02T08:45:32.693" v="23" actId="1076"/>
          <ac:picMkLst>
            <pc:docMk/>
            <pc:sldMk cId="917130988" sldId="521"/>
            <ac:picMk id="11" creationId="{44255F75-8A5D-0563-A00B-FBDF2DE35699}"/>
          </ac:picMkLst>
        </pc:picChg>
        <pc:picChg chg="add mod">
          <ac:chgData name="Chi-Ching Lee" userId="7309231c4353d1c0" providerId="LiveId" clId="{72546D73-7EAC-3344-BD3F-F4477A807635}" dt="2024-05-02T08:45:28.627" v="21" actId="1076"/>
          <ac:picMkLst>
            <pc:docMk/>
            <pc:sldMk cId="917130988" sldId="521"/>
            <ac:picMk id="12" creationId="{07372990-352E-3986-FF3C-42524214FFD0}"/>
          </ac:picMkLst>
        </pc:picChg>
      </pc:sldChg>
      <pc:sldChg chg="del">
        <pc:chgData name="Chi-Ching Lee" userId="7309231c4353d1c0" providerId="LiveId" clId="{72546D73-7EAC-3344-BD3F-F4477A807635}" dt="2024-05-02T08:45:37.324" v="24" actId="2696"/>
        <pc:sldMkLst>
          <pc:docMk/>
          <pc:sldMk cId="1622681774" sldId="522"/>
        </pc:sldMkLst>
      </pc:sldChg>
      <pc:sldChg chg="addSp delSp modSp add mod">
        <pc:chgData name="Chi-Ching Lee" userId="7309231c4353d1c0" providerId="LiveId" clId="{72546D73-7EAC-3344-BD3F-F4477A807635}" dt="2024-05-02T08:49:14.936" v="54" actId="14100"/>
        <pc:sldMkLst>
          <pc:docMk/>
          <pc:sldMk cId="3444058189" sldId="522"/>
        </pc:sldMkLst>
        <pc:spChg chg="add mod">
          <ac:chgData name="Chi-Ching Lee" userId="7309231c4353d1c0" providerId="LiveId" clId="{72546D73-7EAC-3344-BD3F-F4477A807635}" dt="2024-05-02T08:48:53.768" v="50" actId="1076"/>
          <ac:spMkLst>
            <pc:docMk/>
            <pc:sldMk cId="3444058189" sldId="522"/>
            <ac:spMk id="3" creationId="{529FA162-EA4B-244C-82D6-7BB24EE7778E}"/>
          </ac:spMkLst>
        </pc:spChg>
        <pc:spChg chg="del">
          <ac:chgData name="Chi-Ching Lee" userId="7309231c4353d1c0" providerId="LiveId" clId="{72546D73-7EAC-3344-BD3F-F4477A807635}" dt="2024-05-02T08:45:49.615" v="45" actId="478"/>
          <ac:spMkLst>
            <pc:docMk/>
            <pc:sldMk cId="3444058189" sldId="522"/>
            <ac:spMk id="4" creationId="{1C077C3C-6B75-A6D1-8ED5-198B7120640C}"/>
          </ac:spMkLst>
        </pc:spChg>
        <pc:picChg chg="add mod">
          <ac:chgData name="Chi-Ching Lee" userId="7309231c4353d1c0" providerId="LiveId" clId="{72546D73-7EAC-3344-BD3F-F4477A807635}" dt="2024-05-02T08:49:14.936" v="54" actId="14100"/>
          <ac:picMkLst>
            <pc:docMk/>
            <pc:sldMk cId="3444058189" sldId="522"/>
            <ac:picMk id="6" creationId="{354185D2-F03E-DD07-70B9-9FB0FB129815}"/>
          </ac:picMkLst>
        </pc:picChg>
        <pc:picChg chg="del mod">
          <ac:chgData name="Chi-Ching Lee" userId="7309231c4353d1c0" providerId="LiveId" clId="{72546D73-7EAC-3344-BD3F-F4477A807635}" dt="2024-05-02T08:45:47.279" v="44" actId="478"/>
          <ac:picMkLst>
            <pc:docMk/>
            <pc:sldMk cId="3444058189" sldId="522"/>
            <ac:picMk id="10" creationId="{311FBB27-CE40-8552-EC8B-EDD1DCC50905}"/>
          </ac:picMkLst>
        </pc:picChg>
        <pc:picChg chg="del">
          <ac:chgData name="Chi-Ching Lee" userId="7309231c4353d1c0" providerId="LiveId" clId="{72546D73-7EAC-3344-BD3F-F4477A807635}" dt="2024-05-02T08:45:49.615" v="45" actId="478"/>
          <ac:picMkLst>
            <pc:docMk/>
            <pc:sldMk cId="3444058189" sldId="522"/>
            <ac:picMk id="11" creationId="{44255F75-8A5D-0563-A00B-FBDF2DE35699}"/>
          </ac:picMkLst>
        </pc:picChg>
        <pc:picChg chg="del">
          <ac:chgData name="Chi-Ching Lee" userId="7309231c4353d1c0" providerId="LiveId" clId="{72546D73-7EAC-3344-BD3F-F4477A807635}" dt="2024-05-02T08:45:49.615" v="45" actId="478"/>
          <ac:picMkLst>
            <pc:docMk/>
            <pc:sldMk cId="3444058189" sldId="522"/>
            <ac:picMk id="12" creationId="{07372990-352E-3986-FF3C-42524214FFD0}"/>
          </ac:picMkLst>
        </pc:picChg>
      </pc:sldChg>
      <pc:sldChg chg="addSp modSp new mod">
        <pc:chgData name="Chi-Ching Lee" userId="7309231c4353d1c0" providerId="LiveId" clId="{72546D73-7EAC-3344-BD3F-F4477A807635}" dt="2024-05-02T09:09:48.697" v="111"/>
        <pc:sldMkLst>
          <pc:docMk/>
          <pc:sldMk cId="458198006" sldId="523"/>
        </pc:sldMkLst>
        <pc:spChg chg="mod">
          <ac:chgData name="Chi-Ching Lee" userId="7309231c4353d1c0" providerId="LiveId" clId="{72546D73-7EAC-3344-BD3F-F4477A807635}" dt="2024-05-02T08:56:53.393" v="60" actId="20577"/>
          <ac:spMkLst>
            <pc:docMk/>
            <pc:sldMk cId="458198006" sldId="523"/>
            <ac:spMk id="3" creationId="{4B8348F3-BCA8-F6DF-3AAB-8464F1175E93}"/>
          </ac:spMkLst>
        </pc:spChg>
        <pc:spChg chg="add mod">
          <ac:chgData name="Chi-Ching Lee" userId="7309231c4353d1c0" providerId="LiveId" clId="{72546D73-7EAC-3344-BD3F-F4477A807635}" dt="2024-05-02T09:09:48.697" v="111"/>
          <ac:spMkLst>
            <pc:docMk/>
            <pc:sldMk cId="458198006" sldId="523"/>
            <ac:spMk id="5" creationId="{5BE688E0-94D7-8311-E250-7CFB1B5150E6}"/>
          </ac:spMkLst>
        </pc:spChg>
      </pc:sldChg>
      <pc:sldChg chg="del">
        <pc:chgData name="Chi-Ching Lee" userId="7309231c4353d1c0" providerId="LiveId" clId="{72546D73-7EAC-3344-BD3F-F4477A807635}" dt="2024-05-02T08:45:37.332" v="25" actId="2696"/>
        <pc:sldMkLst>
          <pc:docMk/>
          <pc:sldMk cId="2374738476" sldId="523"/>
        </pc:sldMkLst>
      </pc:sldChg>
      <pc:sldChg chg="del">
        <pc:chgData name="Chi-Ching Lee" userId="7309231c4353d1c0" providerId="LiveId" clId="{72546D73-7EAC-3344-BD3F-F4477A807635}" dt="2024-05-02T08:45:37.350" v="28" actId="2696"/>
        <pc:sldMkLst>
          <pc:docMk/>
          <pc:sldMk cId="1245238132" sldId="524"/>
        </pc:sldMkLst>
      </pc:sldChg>
      <pc:sldChg chg="addSp delSp modSp new mod ord">
        <pc:chgData name="Chi-Ching Lee" userId="7309231c4353d1c0" providerId="LiveId" clId="{72546D73-7EAC-3344-BD3F-F4477A807635}" dt="2024-05-02T09:30:03.002" v="254" actId="17032"/>
        <pc:sldMkLst>
          <pc:docMk/>
          <pc:sldMk cId="3720544486" sldId="524"/>
        </pc:sldMkLst>
        <pc:spChg chg="mod">
          <ac:chgData name="Chi-Ching Lee" userId="7309231c4353d1c0" providerId="LiveId" clId="{72546D73-7EAC-3344-BD3F-F4477A807635}" dt="2024-05-02T09:05:13.294" v="68" actId="20577"/>
          <ac:spMkLst>
            <pc:docMk/>
            <pc:sldMk cId="3720544486" sldId="524"/>
            <ac:spMk id="2" creationId="{4BA0418A-8383-6BC3-21BE-A90480E02508}"/>
          </ac:spMkLst>
        </pc:spChg>
        <pc:spChg chg="del mod">
          <ac:chgData name="Chi-Ching Lee" userId="7309231c4353d1c0" providerId="LiveId" clId="{72546D73-7EAC-3344-BD3F-F4477A807635}" dt="2024-05-02T09:05:24.830" v="72" actId="478"/>
          <ac:spMkLst>
            <pc:docMk/>
            <pc:sldMk cId="3720544486" sldId="524"/>
            <ac:spMk id="3" creationId="{482043B4-B531-381D-1BBF-0B888929A04B}"/>
          </ac:spMkLst>
        </pc:spChg>
        <pc:spChg chg="add del mod">
          <ac:chgData name="Chi-Ching Lee" userId="7309231c4353d1c0" providerId="LiveId" clId="{72546D73-7EAC-3344-BD3F-F4477A807635}" dt="2024-05-02T09:05:27.099" v="74" actId="478"/>
          <ac:spMkLst>
            <pc:docMk/>
            <pc:sldMk cId="3720544486" sldId="524"/>
            <ac:spMk id="6" creationId="{810D202B-4028-BFFE-B9DD-6A6E54079D69}"/>
          </ac:spMkLst>
        </pc:spChg>
        <pc:spChg chg="add mod">
          <ac:chgData name="Chi-Ching Lee" userId="7309231c4353d1c0" providerId="LiveId" clId="{72546D73-7EAC-3344-BD3F-F4477A807635}" dt="2024-05-02T09:10:04.023" v="130" actId="1038"/>
          <ac:spMkLst>
            <pc:docMk/>
            <pc:sldMk cId="3720544486" sldId="524"/>
            <ac:spMk id="9" creationId="{D1005A75-AB67-E28B-AC2F-C1506F7859E6}"/>
          </ac:spMkLst>
        </pc:spChg>
        <pc:spChg chg="add del mod">
          <ac:chgData name="Chi-Ching Lee" userId="7309231c4353d1c0" providerId="LiveId" clId="{72546D73-7EAC-3344-BD3F-F4477A807635}" dt="2024-05-02T09:09:59.258" v="115" actId="478"/>
          <ac:spMkLst>
            <pc:docMk/>
            <pc:sldMk cId="3720544486" sldId="524"/>
            <ac:spMk id="10" creationId="{00834ADE-A679-4262-6ADC-B153E8EC79B4}"/>
          </ac:spMkLst>
        </pc:spChg>
        <pc:spChg chg="add mod">
          <ac:chgData name="Chi-Ching Lee" userId="7309231c4353d1c0" providerId="LiveId" clId="{72546D73-7EAC-3344-BD3F-F4477A807635}" dt="2024-05-02T09:30:03.002" v="254" actId="17032"/>
          <ac:spMkLst>
            <pc:docMk/>
            <pc:sldMk cId="3720544486" sldId="524"/>
            <ac:spMk id="11" creationId="{832AC135-CFC9-13E9-A37A-789BC31158EC}"/>
          </ac:spMkLst>
        </pc:spChg>
        <pc:picChg chg="add mod">
          <ac:chgData name="Chi-Ching Lee" userId="7309231c4353d1c0" providerId="LiveId" clId="{72546D73-7EAC-3344-BD3F-F4477A807635}" dt="2024-05-02T09:05:29.822" v="76" actId="1076"/>
          <ac:picMkLst>
            <pc:docMk/>
            <pc:sldMk cId="3720544486" sldId="524"/>
            <ac:picMk id="7" creationId="{4A2039EA-8F59-2673-A868-19BA93B1DABD}"/>
          </ac:picMkLst>
        </pc:picChg>
      </pc:sldChg>
      <pc:sldChg chg="addSp delSp modSp new mod">
        <pc:chgData name="Chi-Ching Lee" userId="7309231c4353d1c0" providerId="LiveId" clId="{72546D73-7EAC-3344-BD3F-F4477A807635}" dt="2024-05-02T09:10:09.067" v="146" actId="1038"/>
        <pc:sldMkLst>
          <pc:docMk/>
          <pc:sldMk cId="2024336893" sldId="525"/>
        </pc:sldMkLst>
        <pc:spChg chg="mod">
          <ac:chgData name="Chi-Ching Lee" userId="7309231c4353d1c0" providerId="LiveId" clId="{72546D73-7EAC-3344-BD3F-F4477A807635}" dt="2024-05-02T09:06:35.212" v="91" actId="20577"/>
          <ac:spMkLst>
            <pc:docMk/>
            <pc:sldMk cId="2024336893" sldId="525"/>
            <ac:spMk id="2" creationId="{A2111BBF-7FF0-2434-C074-C275C25B8EDC}"/>
          </ac:spMkLst>
        </pc:spChg>
        <pc:spChg chg="del">
          <ac:chgData name="Chi-Ching Lee" userId="7309231c4353d1c0" providerId="LiveId" clId="{72546D73-7EAC-3344-BD3F-F4477A807635}" dt="2024-05-02T09:06:36.820" v="92" actId="478"/>
          <ac:spMkLst>
            <pc:docMk/>
            <pc:sldMk cId="2024336893" sldId="525"/>
            <ac:spMk id="3" creationId="{8E04DA20-E29C-AA29-5A93-6C62786A3995}"/>
          </ac:spMkLst>
        </pc:spChg>
        <pc:spChg chg="add mod">
          <ac:chgData name="Chi-Ching Lee" userId="7309231c4353d1c0" providerId="LiveId" clId="{72546D73-7EAC-3344-BD3F-F4477A807635}" dt="2024-05-02T09:10:09.067" v="146" actId="1038"/>
          <ac:spMkLst>
            <pc:docMk/>
            <pc:sldMk cId="2024336893" sldId="525"/>
            <ac:spMk id="7" creationId="{8F3CFF4E-A5AF-E2C5-4669-307CC6C7A842}"/>
          </ac:spMkLst>
        </pc:spChg>
        <pc:spChg chg="add mod">
          <ac:chgData name="Chi-Ching Lee" userId="7309231c4353d1c0" providerId="LiveId" clId="{72546D73-7EAC-3344-BD3F-F4477A807635}" dt="2024-05-02T09:09:35.793" v="109" actId="1076"/>
          <ac:spMkLst>
            <pc:docMk/>
            <pc:sldMk cId="2024336893" sldId="525"/>
            <ac:spMk id="9" creationId="{158369E5-5D06-2885-7AEB-C7A5B439CB77}"/>
          </ac:spMkLst>
        </pc:spChg>
        <pc:spChg chg="add mod">
          <ac:chgData name="Chi-Ching Lee" userId="7309231c4353d1c0" providerId="LiveId" clId="{72546D73-7EAC-3344-BD3F-F4477A807635}" dt="2024-05-02T09:09:56.255" v="114" actId="207"/>
          <ac:spMkLst>
            <pc:docMk/>
            <pc:sldMk cId="2024336893" sldId="525"/>
            <ac:spMk id="10" creationId="{DA03CF30-E62D-5CA9-562F-FB960EB11DE7}"/>
          </ac:spMkLst>
        </pc:spChg>
        <pc:picChg chg="add mod">
          <ac:chgData name="Chi-Ching Lee" userId="7309231c4353d1c0" providerId="LiveId" clId="{72546D73-7EAC-3344-BD3F-F4477A807635}" dt="2024-05-02T09:09:07.781" v="100" actId="1076"/>
          <ac:picMkLst>
            <pc:docMk/>
            <pc:sldMk cId="2024336893" sldId="525"/>
            <ac:picMk id="5" creationId="{74372339-83E8-6450-CD96-7BA1716EC6C6}"/>
          </ac:picMkLst>
        </pc:picChg>
      </pc:sldChg>
      <pc:sldChg chg="del">
        <pc:chgData name="Chi-Ching Lee" userId="7309231c4353d1c0" providerId="LiveId" clId="{72546D73-7EAC-3344-BD3F-F4477A807635}" dt="2024-05-02T08:45:37.333" v="26" actId="2696"/>
        <pc:sldMkLst>
          <pc:docMk/>
          <pc:sldMk cId="3127487705" sldId="525"/>
        </pc:sldMkLst>
      </pc:sldChg>
      <pc:sldChg chg="addSp delSp modSp new mod">
        <pc:chgData name="Chi-Ching Lee" userId="7309231c4353d1c0" providerId="LiveId" clId="{72546D73-7EAC-3344-BD3F-F4477A807635}" dt="2024-05-02T09:18:00.854" v="229" actId="14100"/>
        <pc:sldMkLst>
          <pc:docMk/>
          <pc:sldMk cId="2104549083" sldId="526"/>
        </pc:sldMkLst>
        <pc:spChg chg="mod">
          <ac:chgData name="Chi-Ching Lee" userId="7309231c4353d1c0" providerId="LiveId" clId="{72546D73-7EAC-3344-BD3F-F4477A807635}" dt="2024-05-02T09:11:09.008" v="157" actId="27636"/>
          <ac:spMkLst>
            <pc:docMk/>
            <pc:sldMk cId="2104549083" sldId="526"/>
            <ac:spMk id="2" creationId="{1E378292-90B1-5B83-586E-A87C971DBEB9}"/>
          </ac:spMkLst>
        </pc:spChg>
        <pc:spChg chg="del">
          <ac:chgData name="Chi-Ching Lee" userId="7309231c4353d1c0" providerId="LiveId" clId="{72546D73-7EAC-3344-BD3F-F4477A807635}" dt="2024-05-02T09:10:53.294" v="152"/>
          <ac:spMkLst>
            <pc:docMk/>
            <pc:sldMk cId="2104549083" sldId="526"/>
            <ac:spMk id="3" creationId="{1B10C03B-A701-2755-753E-CFCFF25C69A8}"/>
          </ac:spMkLst>
        </pc:spChg>
        <pc:spChg chg="add mod">
          <ac:chgData name="Chi-Ching Lee" userId="7309231c4353d1c0" providerId="LiveId" clId="{72546D73-7EAC-3344-BD3F-F4477A807635}" dt="2024-05-02T09:10:10.679" v="147"/>
          <ac:spMkLst>
            <pc:docMk/>
            <pc:sldMk cId="2104549083" sldId="526"/>
            <ac:spMk id="5" creationId="{BEF2DE83-437D-9B6D-20DD-9DB7A90B4D19}"/>
          </ac:spMkLst>
        </pc:spChg>
        <pc:spChg chg="add mod">
          <ac:chgData name="Chi-Ching Lee" userId="7309231c4353d1c0" providerId="LiveId" clId="{72546D73-7EAC-3344-BD3F-F4477A807635}" dt="2024-05-02T09:13:25.510" v="185" actId="20577"/>
          <ac:spMkLst>
            <pc:docMk/>
            <pc:sldMk cId="2104549083" sldId="526"/>
            <ac:spMk id="9" creationId="{5C9FF338-C363-1DBD-4F1C-B97CD791483D}"/>
          </ac:spMkLst>
        </pc:spChg>
        <pc:spChg chg="add del mod">
          <ac:chgData name="Chi-Ching Lee" userId="7309231c4353d1c0" providerId="LiveId" clId="{72546D73-7EAC-3344-BD3F-F4477A807635}" dt="2024-05-02T09:13:37.964" v="190" actId="478"/>
          <ac:spMkLst>
            <pc:docMk/>
            <pc:sldMk cId="2104549083" sldId="526"/>
            <ac:spMk id="11" creationId="{B2A31CFC-FC53-B3D6-4BBD-A23418A7AB7D}"/>
          </ac:spMkLst>
        </pc:spChg>
        <pc:spChg chg="add del mod">
          <ac:chgData name="Chi-Ching Lee" userId="7309231c4353d1c0" providerId="LiveId" clId="{72546D73-7EAC-3344-BD3F-F4477A807635}" dt="2024-05-02T09:13:49.455" v="193" actId="478"/>
          <ac:spMkLst>
            <pc:docMk/>
            <pc:sldMk cId="2104549083" sldId="526"/>
            <ac:spMk id="13" creationId="{1BAFF14F-212F-4513-D18C-F45F0583D587}"/>
          </ac:spMkLst>
        </pc:spChg>
        <pc:spChg chg="add mod">
          <ac:chgData name="Chi-Ching Lee" userId="7309231c4353d1c0" providerId="LiveId" clId="{72546D73-7EAC-3344-BD3F-F4477A807635}" dt="2024-05-02T09:18:00.854" v="229" actId="14100"/>
          <ac:spMkLst>
            <pc:docMk/>
            <pc:sldMk cId="2104549083" sldId="526"/>
            <ac:spMk id="15" creationId="{09F0F99A-2A0C-693A-E4FE-A1C12E575359}"/>
          </ac:spMkLst>
        </pc:spChg>
        <pc:graphicFrameChg chg="add mod">
          <ac:chgData name="Chi-Ching Lee" userId="7309231c4353d1c0" providerId="LiveId" clId="{72546D73-7EAC-3344-BD3F-F4477A807635}" dt="2024-05-02T09:13:05.817" v="180"/>
          <ac:graphicFrameMkLst>
            <pc:docMk/>
            <pc:sldMk cId="2104549083" sldId="526"/>
            <ac:graphicFrameMk id="7" creationId="{E01A0524-1F8B-F80D-6370-20C197BC1177}"/>
          </ac:graphicFrameMkLst>
        </pc:graphicFrameChg>
        <pc:picChg chg="add mod modCrop">
          <ac:chgData name="Chi-Ching Lee" userId="7309231c4353d1c0" providerId="LiveId" clId="{72546D73-7EAC-3344-BD3F-F4477A807635}" dt="2024-05-02T09:13:34.990" v="188" actId="1076"/>
          <ac:picMkLst>
            <pc:docMk/>
            <pc:sldMk cId="2104549083" sldId="526"/>
            <ac:picMk id="6" creationId="{23C090F7-F3C3-7338-1AAF-0FBAB3090A2B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25" creationId="{BE14603C-6400-A54C-C666-881B4A7DB793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26" creationId="{91E8FFFE-62BE-210A-C1CD-709CE17D1C16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27" creationId="{863DE9C9-F4D1-1C0E-36E1-3E0770AB9A9E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28" creationId="{2294F7DF-210A-CFAE-6306-1BF0D365932E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29" creationId="{056F3D4D-1042-47C2-DEE0-1EA00B2CEE38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30" creationId="{01B7579B-7B9F-D758-C33D-5D4C024E8BB9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31" creationId="{29F318FF-994E-4F4F-96C3-E519A81ABBF7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32" creationId="{6CCA9287-D9C9-CB5B-D012-0A4C1E82612F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33" creationId="{4C4F44DD-49E9-7305-3D37-5C9F360D9441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34" creationId="{B5001E2F-50B1-C1C1-6557-44C00E6F6930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35" creationId="{F8E4A0FD-6B13-A9D3-4216-478C842B48DA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36" creationId="{0F4D36F7-344A-7369-334C-A7D2BC41D64F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37" creationId="{731F585D-E2BE-61C9-B103-AD1E2C5DFF01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38" creationId="{C9F45E7E-F0B2-1CFD-0141-2FDA3CF2CBD9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39" creationId="{7D1A3877-40FF-F842-BC7A-84746402709F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40" creationId="{5B355943-803D-3FDF-9048-1062D18BBBB7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41" creationId="{044CF95F-8BFF-1241-BD58-B623A54EF08B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42" creationId="{25F1AB01-3660-8985-4CDD-B0C269218F5F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43" creationId="{BC3128A6-3555-9613-9D07-F4476EBA73B7}"/>
          </ac:picMkLst>
        </pc:picChg>
        <pc:picChg chg="add mod">
          <ac:chgData name="Chi-Ching Lee" userId="7309231c4353d1c0" providerId="LiveId" clId="{72546D73-7EAC-3344-BD3F-F4477A807635}" dt="2024-05-02T09:13:06.864" v="181"/>
          <ac:picMkLst>
            <pc:docMk/>
            <pc:sldMk cId="2104549083" sldId="526"/>
            <ac:picMk id="1044" creationId="{354CE89B-2D16-90DD-FEC6-A790E9976A20}"/>
          </ac:picMkLst>
        </pc:picChg>
      </pc:sldChg>
      <pc:sldChg chg="del">
        <pc:chgData name="Chi-Ching Lee" userId="7309231c4353d1c0" providerId="LiveId" clId="{72546D73-7EAC-3344-BD3F-F4477A807635}" dt="2024-05-02T08:45:37.334" v="27" actId="2696"/>
        <pc:sldMkLst>
          <pc:docMk/>
          <pc:sldMk cId="3355086396" sldId="526"/>
        </pc:sldMkLst>
      </pc:sldChg>
      <pc:sldChg chg="del">
        <pc:chgData name="Chi-Ching Lee" userId="7309231c4353d1c0" providerId="LiveId" clId="{72546D73-7EAC-3344-BD3F-F4477A807635}" dt="2024-05-02T08:45:41.374" v="29" actId="2696"/>
        <pc:sldMkLst>
          <pc:docMk/>
          <pc:sldMk cId="2720918060" sldId="527"/>
        </pc:sldMkLst>
      </pc:sldChg>
      <pc:sldChg chg="addSp delSp modSp add mod">
        <pc:chgData name="Chi-Ching Lee" userId="7309231c4353d1c0" providerId="LiveId" clId="{72546D73-7EAC-3344-BD3F-F4477A807635}" dt="2024-05-02T09:53:11.881" v="295" actId="478"/>
        <pc:sldMkLst>
          <pc:docMk/>
          <pc:sldMk cId="3179806318" sldId="527"/>
        </pc:sldMkLst>
        <pc:spChg chg="mod">
          <ac:chgData name="Chi-Ching Lee" userId="7309231c4353d1c0" providerId="LiveId" clId="{72546D73-7EAC-3344-BD3F-F4477A807635}" dt="2024-05-02T09:11:33.960" v="166" actId="27636"/>
          <ac:spMkLst>
            <pc:docMk/>
            <pc:sldMk cId="3179806318" sldId="527"/>
            <ac:spMk id="2" creationId="{1E378292-90B1-5B83-586E-A87C971DBEB9}"/>
          </ac:spMkLst>
        </pc:spChg>
        <pc:spChg chg="del">
          <ac:chgData name="Chi-Ching Lee" userId="7309231c4353d1c0" providerId="LiveId" clId="{72546D73-7EAC-3344-BD3F-F4477A807635}" dt="2024-05-02T09:11:42.369" v="167"/>
          <ac:spMkLst>
            <pc:docMk/>
            <pc:sldMk cId="3179806318" sldId="527"/>
            <ac:spMk id="3" creationId="{1B10C03B-A701-2755-753E-CFCFF25C69A8}"/>
          </ac:spMkLst>
        </pc:spChg>
        <pc:spChg chg="add mod">
          <ac:chgData name="Chi-Ching Lee" userId="7309231c4353d1c0" providerId="LiveId" clId="{72546D73-7EAC-3344-BD3F-F4477A807635}" dt="2024-05-02T09:19:17.090" v="243" actId="20577"/>
          <ac:spMkLst>
            <pc:docMk/>
            <pc:sldMk cId="3179806318" sldId="527"/>
            <ac:spMk id="8" creationId="{733EE9D4-47D9-23F0-8ED1-EF890BAB59B9}"/>
          </ac:spMkLst>
        </pc:spChg>
        <pc:spChg chg="add mod">
          <ac:chgData name="Chi-Ching Lee" userId="7309231c4353d1c0" providerId="LiveId" clId="{72546D73-7EAC-3344-BD3F-F4477A807635}" dt="2024-05-02T09:16:33.864" v="226" actId="1076"/>
          <ac:spMkLst>
            <pc:docMk/>
            <pc:sldMk cId="3179806318" sldId="527"/>
            <ac:spMk id="14" creationId="{78016DFA-A5CC-7C4B-03F5-4B61307881B3}"/>
          </ac:spMkLst>
        </pc:spChg>
        <pc:grpChg chg="add mod">
          <ac:chgData name="Chi-Ching Lee" userId="7309231c4353d1c0" providerId="LiveId" clId="{72546D73-7EAC-3344-BD3F-F4477A807635}" dt="2024-05-02T09:16:30.624" v="224" actId="1076"/>
          <ac:grpSpMkLst>
            <pc:docMk/>
            <pc:sldMk cId="3179806318" sldId="527"/>
            <ac:grpSpMk id="12" creationId="{10CDFB77-A2C2-BE35-9A27-2C7FC226818B}"/>
          </ac:grpSpMkLst>
        </pc:grpChg>
        <pc:picChg chg="add mod modCrop">
          <ac:chgData name="Chi-Ching Lee" userId="7309231c4353d1c0" providerId="LiveId" clId="{72546D73-7EAC-3344-BD3F-F4477A807635}" dt="2024-05-02T09:15:04.784" v="205" actId="732"/>
          <ac:picMkLst>
            <pc:docMk/>
            <pc:sldMk cId="3179806318" sldId="527"/>
            <ac:picMk id="6" creationId="{279E294D-5E92-4170-5196-E089C32725F1}"/>
          </ac:picMkLst>
        </pc:picChg>
        <pc:picChg chg="add del mod">
          <ac:chgData name="Chi-Ching Lee" userId="7309231c4353d1c0" providerId="LiveId" clId="{72546D73-7EAC-3344-BD3F-F4477A807635}" dt="2024-05-02T09:16:23.816" v="222" actId="478"/>
          <ac:picMkLst>
            <pc:docMk/>
            <pc:sldMk cId="3179806318" sldId="527"/>
            <ac:picMk id="9" creationId="{110A77DC-4D3B-1B4B-4B7E-F72103DA7168}"/>
          </ac:picMkLst>
        </pc:picChg>
        <pc:picChg chg="add mod">
          <ac:chgData name="Chi-Ching Lee" userId="7309231c4353d1c0" providerId="LiveId" clId="{72546D73-7EAC-3344-BD3F-F4477A807635}" dt="2024-05-02T09:16:28.876" v="223" actId="164"/>
          <ac:picMkLst>
            <pc:docMk/>
            <pc:sldMk cId="3179806318" sldId="527"/>
            <ac:picMk id="10" creationId="{970835EA-FD17-91C3-BB82-51DA7F068CAA}"/>
          </ac:picMkLst>
        </pc:picChg>
        <pc:picChg chg="add mod modCrop">
          <ac:chgData name="Chi-Ching Lee" userId="7309231c4353d1c0" providerId="LiveId" clId="{72546D73-7EAC-3344-BD3F-F4477A807635}" dt="2024-05-02T09:16:28.876" v="223" actId="164"/>
          <ac:picMkLst>
            <pc:docMk/>
            <pc:sldMk cId="3179806318" sldId="527"/>
            <ac:picMk id="11" creationId="{B2F1A083-5C73-FB29-82B1-32477916A5F1}"/>
          </ac:picMkLst>
        </pc:picChg>
        <pc:picChg chg="add del">
          <ac:chgData name="Chi-Ching Lee" userId="7309231c4353d1c0" providerId="LiveId" clId="{72546D73-7EAC-3344-BD3F-F4477A807635}" dt="2024-05-02T09:53:11.881" v="295" actId="478"/>
          <ac:picMkLst>
            <pc:docMk/>
            <pc:sldMk cId="3179806318" sldId="527"/>
            <ac:picMk id="15" creationId="{FBA2291B-819E-8A5F-133F-B6442DE65895}"/>
          </ac:picMkLst>
        </pc:picChg>
      </pc:sldChg>
      <pc:sldChg chg="addSp delSp modSp add mod">
        <pc:chgData name="Chi-Ching Lee" userId="7309231c4353d1c0" providerId="LiveId" clId="{72546D73-7EAC-3344-BD3F-F4477A807635}" dt="2024-05-02T09:19:11.761" v="242" actId="20577"/>
        <pc:sldMkLst>
          <pc:docMk/>
          <pc:sldMk cId="1828929825" sldId="528"/>
        </pc:sldMkLst>
        <pc:spChg chg="mod">
          <ac:chgData name="Chi-Ching Lee" userId="7309231c4353d1c0" providerId="LiveId" clId="{72546D73-7EAC-3344-BD3F-F4477A807635}" dt="2024-05-02T09:12:06.418" v="176" actId="113"/>
          <ac:spMkLst>
            <pc:docMk/>
            <pc:sldMk cId="1828929825" sldId="528"/>
            <ac:spMk id="2" creationId="{1E378292-90B1-5B83-586E-A87C971DBEB9}"/>
          </ac:spMkLst>
        </pc:spChg>
        <pc:spChg chg="del">
          <ac:chgData name="Chi-Ching Lee" userId="7309231c4353d1c0" providerId="LiveId" clId="{72546D73-7EAC-3344-BD3F-F4477A807635}" dt="2024-05-02T09:12:31.220" v="177"/>
          <ac:spMkLst>
            <pc:docMk/>
            <pc:sldMk cId="1828929825" sldId="528"/>
            <ac:spMk id="3" creationId="{1B10C03B-A701-2755-753E-CFCFF25C69A8}"/>
          </ac:spMkLst>
        </pc:spChg>
        <pc:spChg chg="add mod">
          <ac:chgData name="Chi-Ching Lee" userId="7309231c4353d1c0" providerId="LiveId" clId="{72546D73-7EAC-3344-BD3F-F4477A807635}" dt="2024-05-02T09:19:02.526" v="238" actId="1076"/>
          <ac:spMkLst>
            <pc:docMk/>
            <pc:sldMk cId="1828929825" sldId="528"/>
            <ac:spMk id="8" creationId="{DDC5D7A2-0EB2-4101-A828-E6F8FE7DF76B}"/>
          </ac:spMkLst>
        </pc:spChg>
        <pc:spChg chg="add mod">
          <ac:chgData name="Chi-Ching Lee" userId="7309231c4353d1c0" providerId="LiveId" clId="{72546D73-7EAC-3344-BD3F-F4477A807635}" dt="2024-05-02T09:19:11.761" v="242" actId="20577"/>
          <ac:spMkLst>
            <pc:docMk/>
            <pc:sldMk cId="1828929825" sldId="528"/>
            <ac:spMk id="10" creationId="{0ECCA489-CEC6-7BD4-1D9D-B4D2E4C8C8E6}"/>
          </ac:spMkLst>
        </pc:spChg>
        <pc:picChg chg="add mod">
          <ac:chgData name="Chi-Ching Lee" userId="7309231c4353d1c0" providerId="LiveId" clId="{72546D73-7EAC-3344-BD3F-F4477A807635}" dt="2024-05-02T09:18:56.559" v="234" actId="14100"/>
          <ac:picMkLst>
            <pc:docMk/>
            <pc:sldMk cId="1828929825" sldId="528"/>
            <ac:picMk id="6" creationId="{F4986B4B-FD2D-78FF-414A-4B0BD38513B4}"/>
          </ac:picMkLst>
        </pc:picChg>
      </pc:sldChg>
      <pc:sldChg chg="del">
        <pc:chgData name="Chi-Ching Lee" userId="7309231c4353d1c0" providerId="LiveId" clId="{72546D73-7EAC-3344-BD3F-F4477A807635}" dt="2024-05-02T08:45:41.391" v="33" actId="2696"/>
        <pc:sldMkLst>
          <pc:docMk/>
          <pc:sldMk cId="3293737283" sldId="528"/>
        </pc:sldMkLst>
      </pc:sldChg>
      <pc:sldChg chg="addSp delSp modSp add mod">
        <pc:chgData name="Chi-Ching Lee" userId="7309231c4353d1c0" providerId="LiveId" clId="{72546D73-7EAC-3344-BD3F-F4477A807635}" dt="2024-05-02T09:29:02.432" v="251" actId="1076"/>
        <pc:sldMkLst>
          <pc:docMk/>
          <pc:sldMk cId="1161490172" sldId="529"/>
        </pc:sldMkLst>
        <pc:spChg chg="del">
          <ac:chgData name="Chi-Ching Lee" userId="7309231c4353d1c0" providerId="LiveId" clId="{72546D73-7EAC-3344-BD3F-F4477A807635}" dt="2024-05-02T09:28:46.305" v="248" actId="478"/>
          <ac:spMkLst>
            <pc:docMk/>
            <pc:sldMk cId="1161490172" sldId="529"/>
            <ac:spMk id="2" creationId="{1E378292-90B1-5B83-586E-A87C971DBEB9}"/>
          </ac:spMkLst>
        </pc:spChg>
        <pc:spChg chg="del">
          <ac:chgData name="Chi-Ching Lee" userId="7309231c4353d1c0" providerId="LiveId" clId="{72546D73-7EAC-3344-BD3F-F4477A807635}" dt="2024-05-02T09:28:40.523" v="245"/>
          <ac:spMkLst>
            <pc:docMk/>
            <pc:sldMk cId="1161490172" sldId="529"/>
            <ac:spMk id="3" creationId="{1B10C03B-A701-2755-753E-CFCFF25C69A8}"/>
          </ac:spMkLst>
        </pc:spChg>
        <pc:spChg chg="mod">
          <ac:chgData name="Chi-Ching Lee" userId="7309231c4353d1c0" providerId="LiveId" clId="{72546D73-7EAC-3344-BD3F-F4477A807635}" dt="2024-05-02T09:28:38.233" v="244" actId="17032"/>
          <ac:spMkLst>
            <pc:docMk/>
            <pc:sldMk cId="1161490172" sldId="529"/>
            <ac:spMk id="5" creationId="{BEF2DE83-437D-9B6D-20DD-9DB7A90B4D19}"/>
          </ac:spMkLst>
        </pc:spChg>
        <pc:picChg chg="add mod">
          <ac:chgData name="Chi-Ching Lee" userId="7309231c4353d1c0" providerId="LiveId" clId="{72546D73-7EAC-3344-BD3F-F4477A807635}" dt="2024-05-02T09:28:47.558" v="249" actId="1076"/>
          <ac:picMkLst>
            <pc:docMk/>
            <pc:sldMk cId="1161490172" sldId="529"/>
            <ac:picMk id="6" creationId="{7341F6F6-E7E6-CE4E-41BB-0625C0A51200}"/>
          </ac:picMkLst>
        </pc:picChg>
        <pc:picChg chg="add mod">
          <ac:chgData name="Chi-Ching Lee" userId="7309231c4353d1c0" providerId="LiveId" clId="{72546D73-7EAC-3344-BD3F-F4477A807635}" dt="2024-05-02T09:29:02.432" v="251" actId="1076"/>
          <ac:picMkLst>
            <pc:docMk/>
            <pc:sldMk cId="1161490172" sldId="529"/>
            <ac:picMk id="7" creationId="{A683D3F0-01AE-DFAC-BF2D-9122F93D628D}"/>
          </ac:picMkLst>
        </pc:picChg>
      </pc:sldChg>
      <pc:sldChg chg="del">
        <pc:chgData name="Chi-Ching Lee" userId="7309231c4353d1c0" providerId="LiveId" clId="{72546D73-7EAC-3344-BD3F-F4477A807635}" dt="2024-05-02T08:45:41.437" v="39" actId="2696"/>
        <pc:sldMkLst>
          <pc:docMk/>
          <pc:sldMk cId="2604979784" sldId="529"/>
        </pc:sldMkLst>
      </pc:sldChg>
      <pc:sldChg chg="add del">
        <pc:chgData name="Chi-Ching Lee" userId="7309231c4353d1c0" providerId="LiveId" clId="{72546D73-7EAC-3344-BD3F-F4477A807635}" dt="2024-05-02T09:29:05.746" v="252" actId="2696"/>
        <pc:sldMkLst>
          <pc:docMk/>
          <pc:sldMk cId="2299705486" sldId="530"/>
        </pc:sldMkLst>
      </pc:sldChg>
      <pc:sldChg chg="addSp delSp modSp new mod">
        <pc:chgData name="Chi-Ching Lee" userId="7309231c4353d1c0" providerId="LiveId" clId="{72546D73-7EAC-3344-BD3F-F4477A807635}" dt="2024-05-02T09:48:05.569" v="265" actId="1076"/>
        <pc:sldMkLst>
          <pc:docMk/>
          <pc:sldMk cId="4079497955" sldId="530"/>
        </pc:sldMkLst>
        <pc:spChg chg="del">
          <ac:chgData name="Chi-Ching Lee" userId="7309231c4353d1c0" providerId="LiveId" clId="{72546D73-7EAC-3344-BD3F-F4477A807635}" dt="2024-05-02T09:47:45.408" v="256" actId="478"/>
          <ac:spMkLst>
            <pc:docMk/>
            <pc:sldMk cId="4079497955" sldId="530"/>
            <ac:spMk id="3" creationId="{59B3D81F-3368-320C-81D7-E31A10E21F53}"/>
          </ac:spMkLst>
        </pc:spChg>
        <pc:picChg chg="add mod">
          <ac:chgData name="Chi-Ching Lee" userId="7309231c4353d1c0" providerId="LiveId" clId="{72546D73-7EAC-3344-BD3F-F4477A807635}" dt="2024-05-02T09:48:05.569" v="265" actId="1076"/>
          <ac:picMkLst>
            <pc:docMk/>
            <pc:sldMk cId="4079497955" sldId="530"/>
            <ac:picMk id="5" creationId="{BCD3DADA-BC3E-5506-FBE5-99B2FB87D65B}"/>
          </ac:picMkLst>
        </pc:picChg>
        <pc:picChg chg="add mod">
          <ac:chgData name="Chi-Ching Lee" userId="7309231c4353d1c0" providerId="LiveId" clId="{72546D73-7EAC-3344-BD3F-F4477A807635}" dt="2024-05-02T09:48:03.907" v="264" actId="1076"/>
          <ac:picMkLst>
            <pc:docMk/>
            <pc:sldMk cId="4079497955" sldId="530"/>
            <ac:picMk id="6" creationId="{DBE0842B-D06F-82C0-42FF-EECC4F09C9F1}"/>
          </ac:picMkLst>
        </pc:picChg>
      </pc:sldChg>
      <pc:sldChg chg="addSp delSp modSp new mod">
        <pc:chgData name="Chi-Ching Lee" userId="7309231c4353d1c0" providerId="LiveId" clId="{72546D73-7EAC-3344-BD3F-F4477A807635}" dt="2024-05-02T09:51:03.324" v="293" actId="14100"/>
        <pc:sldMkLst>
          <pc:docMk/>
          <pc:sldMk cId="305159402" sldId="531"/>
        </pc:sldMkLst>
        <pc:spChg chg="del">
          <ac:chgData name="Chi-Ching Lee" userId="7309231c4353d1c0" providerId="LiveId" clId="{72546D73-7EAC-3344-BD3F-F4477A807635}" dt="2024-05-02T09:50:20.466" v="276" actId="478"/>
          <ac:spMkLst>
            <pc:docMk/>
            <pc:sldMk cId="305159402" sldId="531"/>
            <ac:spMk id="2" creationId="{99C2FE10-DA83-5FF7-DC85-DF4B6C7F08AA}"/>
          </ac:spMkLst>
        </pc:spChg>
        <pc:spChg chg="del">
          <ac:chgData name="Chi-Ching Lee" userId="7309231c4353d1c0" providerId="LiveId" clId="{72546D73-7EAC-3344-BD3F-F4477A807635}" dt="2024-05-02T09:49:35.761" v="267"/>
          <ac:spMkLst>
            <pc:docMk/>
            <pc:sldMk cId="305159402" sldId="531"/>
            <ac:spMk id="3" creationId="{EC50B1D9-0965-2BC4-B631-6866B1D01CB7}"/>
          </ac:spMkLst>
        </pc:spChg>
        <pc:picChg chg="add mod">
          <ac:chgData name="Chi-Ching Lee" userId="7309231c4353d1c0" providerId="LiveId" clId="{72546D73-7EAC-3344-BD3F-F4477A807635}" dt="2024-05-02T09:50:50.008" v="285" actId="1076"/>
          <ac:picMkLst>
            <pc:docMk/>
            <pc:sldMk cId="305159402" sldId="531"/>
            <ac:picMk id="5" creationId="{055DCDA7-C8B4-9518-BF95-E7D13297C81A}"/>
          </ac:picMkLst>
        </pc:picChg>
        <pc:picChg chg="add mod">
          <ac:chgData name="Chi-Ching Lee" userId="7309231c4353d1c0" providerId="LiveId" clId="{72546D73-7EAC-3344-BD3F-F4477A807635}" dt="2024-05-02T09:50:58.762" v="290" actId="1076"/>
          <ac:picMkLst>
            <pc:docMk/>
            <pc:sldMk cId="305159402" sldId="531"/>
            <ac:picMk id="6" creationId="{19EB23F8-E9F7-29C7-859D-624820EDF31D}"/>
          </ac:picMkLst>
        </pc:picChg>
        <pc:picChg chg="add mod">
          <ac:chgData name="Chi-Ching Lee" userId="7309231c4353d1c0" providerId="LiveId" clId="{72546D73-7EAC-3344-BD3F-F4477A807635}" dt="2024-05-02T09:50:58.762" v="290" actId="1076"/>
          <ac:picMkLst>
            <pc:docMk/>
            <pc:sldMk cId="305159402" sldId="531"/>
            <ac:picMk id="7" creationId="{A6FECC51-650C-D853-CEC4-F9B483AE518E}"/>
          </ac:picMkLst>
        </pc:picChg>
        <pc:picChg chg="add mod">
          <ac:chgData name="Chi-Ching Lee" userId="7309231c4353d1c0" providerId="LiveId" clId="{72546D73-7EAC-3344-BD3F-F4477A807635}" dt="2024-05-02T09:51:03.324" v="293" actId="14100"/>
          <ac:picMkLst>
            <pc:docMk/>
            <pc:sldMk cId="305159402" sldId="531"/>
            <ac:picMk id="8" creationId="{B528C2DA-EE2F-D0C2-DB77-5D0F2722E05F}"/>
          </ac:picMkLst>
        </pc:picChg>
      </pc:sldChg>
      <pc:sldChg chg="addSp delSp modSp new mod">
        <pc:chgData name="Chi-Ching Lee" userId="7309231c4353d1c0" providerId="LiveId" clId="{72546D73-7EAC-3344-BD3F-F4477A807635}" dt="2024-05-02T09:53:43.426" v="310" actId="1076"/>
        <pc:sldMkLst>
          <pc:docMk/>
          <pc:sldMk cId="297392364" sldId="532"/>
        </pc:sldMkLst>
        <pc:spChg chg="del">
          <ac:chgData name="Chi-Ching Lee" userId="7309231c4353d1c0" providerId="LiveId" clId="{72546D73-7EAC-3344-BD3F-F4477A807635}" dt="2024-05-02T09:53:39.559" v="309" actId="478"/>
          <ac:spMkLst>
            <pc:docMk/>
            <pc:sldMk cId="297392364" sldId="532"/>
            <ac:spMk id="2" creationId="{C9EA3012-2182-B13E-BEFD-349DBC5EA2A4}"/>
          </ac:spMkLst>
        </pc:spChg>
        <pc:spChg chg="del">
          <ac:chgData name="Chi-Ching Lee" userId="7309231c4353d1c0" providerId="LiveId" clId="{72546D73-7EAC-3344-BD3F-F4477A807635}" dt="2024-05-02T09:53:16.191" v="297"/>
          <ac:spMkLst>
            <pc:docMk/>
            <pc:sldMk cId="297392364" sldId="532"/>
            <ac:spMk id="3" creationId="{72176F9E-F214-9C58-6D93-6CFF383CF6C5}"/>
          </ac:spMkLst>
        </pc:spChg>
        <pc:spChg chg="add del mod">
          <ac:chgData name="Chi-Ching Lee" userId="7309231c4353d1c0" providerId="LiveId" clId="{72546D73-7EAC-3344-BD3F-F4477A807635}" dt="2024-05-02T09:53:37.670" v="308"/>
          <ac:spMkLst>
            <pc:docMk/>
            <pc:sldMk cId="297392364" sldId="532"/>
            <ac:spMk id="7" creationId="{CD3B140B-34C4-88CA-01A8-0A9CC52D1353}"/>
          </ac:spMkLst>
        </pc:spChg>
        <pc:picChg chg="add mod">
          <ac:chgData name="Chi-Ching Lee" userId="7309231c4353d1c0" providerId="LiveId" clId="{72546D73-7EAC-3344-BD3F-F4477A807635}" dt="2024-05-02T09:53:43.426" v="310" actId="1076"/>
          <ac:picMkLst>
            <pc:docMk/>
            <pc:sldMk cId="297392364" sldId="532"/>
            <ac:picMk id="5" creationId="{EF0F77D4-FCF0-9AE9-138C-CF298A670705}"/>
          </ac:picMkLst>
        </pc:picChg>
        <pc:picChg chg="add mod">
          <ac:chgData name="Chi-Ching Lee" userId="7309231c4353d1c0" providerId="LiveId" clId="{72546D73-7EAC-3344-BD3F-F4477A807635}" dt="2024-05-02T09:53:43.426" v="310" actId="1076"/>
          <ac:picMkLst>
            <pc:docMk/>
            <pc:sldMk cId="297392364" sldId="532"/>
            <ac:picMk id="6" creationId="{C18E50CD-B229-726E-47FF-33B00F629302}"/>
          </ac:picMkLst>
        </pc:picChg>
        <pc:picChg chg="add mod">
          <ac:chgData name="Chi-Ching Lee" userId="7309231c4353d1c0" providerId="LiveId" clId="{72546D73-7EAC-3344-BD3F-F4477A807635}" dt="2024-05-02T09:53:43.426" v="310" actId="1076"/>
          <ac:picMkLst>
            <pc:docMk/>
            <pc:sldMk cId="297392364" sldId="532"/>
            <ac:picMk id="8" creationId="{CDC92945-D503-F45E-882B-0B5E713AF3C0}"/>
          </ac:picMkLst>
        </pc:picChg>
      </pc:sldChg>
      <pc:sldChg chg="new del">
        <pc:chgData name="Chi-Ching Lee" userId="7309231c4353d1c0" providerId="LiveId" clId="{72546D73-7EAC-3344-BD3F-F4477A807635}" dt="2024-05-03T05:01:13.409" v="313" actId="2696"/>
        <pc:sldMkLst>
          <pc:docMk/>
          <pc:sldMk cId="2864763350" sldId="533"/>
        </pc:sldMkLst>
      </pc:sldChg>
      <pc:sldChg chg="del">
        <pc:chgData name="Chi-Ching Lee" userId="7309231c4353d1c0" providerId="LiveId" clId="{72546D73-7EAC-3344-BD3F-F4477A807635}" dt="2024-05-02T08:45:41.404" v="34" actId="2696"/>
        <pc:sldMkLst>
          <pc:docMk/>
          <pc:sldMk cId="1576336087" sldId="535"/>
        </pc:sldMkLst>
      </pc:sldChg>
      <pc:sldChg chg="del">
        <pc:chgData name="Chi-Ching Lee" userId="7309231c4353d1c0" providerId="LiveId" clId="{72546D73-7EAC-3344-BD3F-F4477A807635}" dt="2024-05-02T08:45:41.376" v="30" actId="2696"/>
        <pc:sldMkLst>
          <pc:docMk/>
          <pc:sldMk cId="1763667076" sldId="536"/>
        </pc:sldMkLst>
      </pc:sldChg>
      <pc:sldChg chg="del">
        <pc:chgData name="Chi-Ching Lee" userId="7309231c4353d1c0" providerId="LiveId" clId="{72546D73-7EAC-3344-BD3F-F4477A807635}" dt="2024-05-02T08:45:41.376" v="31" actId="2696"/>
        <pc:sldMkLst>
          <pc:docMk/>
          <pc:sldMk cId="2506373222" sldId="537"/>
        </pc:sldMkLst>
      </pc:sldChg>
      <pc:sldChg chg="del">
        <pc:chgData name="Chi-Ching Lee" userId="7309231c4353d1c0" providerId="LiveId" clId="{72546D73-7EAC-3344-BD3F-F4477A807635}" dt="2024-05-02T08:45:41.377" v="32" actId="2696"/>
        <pc:sldMkLst>
          <pc:docMk/>
          <pc:sldMk cId="1265495186" sldId="538"/>
        </pc:sldMkLst>
      </pc:sldChg>
      <pc:sldChg chg="del">
        <pc:chgData name="Chi-Ching Lee" userId="7309231c4353d1c0" providerId="LiveId" clId="{72546D73-7EAC-3344-BD3F-F4477A807635}" dt="2024-05-02T08:45:41.415" v="35" actId="2696"/>
        <pc:sldMkLst>
          <pc:docMk/>
          <pc:sldMk cId="218350309" sldId="539"/>
        </pc:sldMkLst>
      </pc:sldChg>
      <pc:sldChg chg="del">
        <pc:chgData name="Chi-Ching Lee" userId="7309231c4353d1c0" providerId="LiveId" clId="{72546D73-7EAC-3344-BD3F-F4477A807635}" dt="2024-05-02T08:45:41.433" v="36" actId="2696"/>
        <pc:sldMkLst>
          <pc:docMk/>
          <pc:sldMk cId="1819931254" sldId="540"/>
        </pc:sldMkLst>
      </pc:sldChg>
      <pc:sldChg chg="del">
        <pc:chgData name="Chi-Ching Lee" userId="7309231c4353d1c0" providerId="LiveId" clId="{72546D73-7EAC-3344-BD3F-F4477A807635}" dt="2024-05-02T08:45:43.773" v="41" actId="2696"/>
        <pc:sldMkLst>
          <pc:docMk/>
          <pc:sldMk cId="2451135910" sldId="541"/>
        </pc:sldMkLst>
      </pc:sldChg>
      <pc:sldChg chg="del">
        <pc:chgData name="Chi-Ching Lee" userId="7309231c4353d1c0" providerId="LiveId" clId="{72546D73-7EAC-3344-BD3F-F4477A807635}" dt="2024-05-02T08:45:41.435" v="38" actId="2696"/>
        <pc:sldMkLst>
          <pc:docMk/>
          <pc:sldMk cId="49651386" sldId="542"/>
        </pc:sldMkLst>
      </pc:sldChg>
      <pc:sldChg chg="del">
        <pc:chgData name="Chi-Ching Lee" userId="7309231c4353d1c0" providerId="LiveId" clId="{72546D73-7EAC-3344-BD3F-F4477A807635}" dt="2024-05-02T08:45:41.434" v="37" actId="2696"/>
        <pc:sldMkLst>
          <pc:docMk/>
          <pc:sldMk cId="3926760622" sldId="543"/>
        </pc:sldMkLst>
      </pc:sldChg>
      <pc:sldChg chg="del">
        <pc:chgData name="Chi-Ching Lee" userId="7309231c4353d1c0" providerId="LiveId" clId="{72546D73-7EAC-3344-BD3F-F4477A807635}" dt="2024-05-02T08:45:41.449" v="40" actId="2696"/>
        <pc:sldMkLst>
          <pc:docMk/>
          <pc:sldMk cId="3407582349" sldId="544"/>
        </pc:sldMkLst>
      </pc:sldChg>
    </pc:docChg>
  </pc:docChgLst>
  <pc:docChgLst>
    <pc:chgData name="Chi-Ching Lee" userId="7309231c4353d1c0" providerId="LiveId" clId="{D7EB56FE-6F3B-49EE-B8CE-5DC7D2D9AEC7}"/>
    <pc:docChg chg="modSld">
      <pc:chgData name="Chi-Ching Lee" userId="7309231c4353d1c0" providerId="LiveId" clId="{D7EB56FE-6F3B-49EE-B8CE-5DC7D2D9AEC7}" dt="2024-04-19T08:05:29.964" v="18" actId="20577"/>
      <pc:docMkLst>
        <pc:docMk/>
      </pc:docMkLst>
      <pc:sldChg chg="modSp mod">
        <pc:chgData name="Chi-Ching Lee" userId="7309231c4353d1c0" providerId="LiveId" clId="{D7EB56FE-6F3B-49EE-B8CE-5DC7D2D9AEC7}" dt="2024-04-19T08:05:29.964" v="18" actId="20577"/>
        <pc:sldMkLst>
          <pc:docMk/>
          <pc:sldMk cId="3179265246" sldId="519"/>
        </pc:sldMkLst>
        <pc:spChg chg="mod">
          <ac:chgData name="Chi-Ching Lee" userId="7309231c4353d1c0" providerId="LiveId" clId="{D7EB56FE-6F3B-49EE-B8CE-5DC7D2D9AEC7}" dt="2024-04-19T08:05:29.964" v="18" actId="20577"/>
          <ac:spMkLst>
            <pc:docMk/>
            <pc:sldMk cId="3179265246" sldId="519"/>
            <ac:spMk id="11" creationId="{2D2906F6-C570-AD7C-2BF9-6DEF564DCD37}"/>
          </ac:spMkLst>
        </pc:spChg>
      </pc:sldChg>
    </pc:docChg>
  </pc:docChgLst>
  <pc:docChgLst>
    <pc:chgData name="Chi-Ching Lee" userId="7309231c4353d1c0" providerId="LiveId" clId="{751CF3F6-7007-544F-805C-0A414E9B8141}"/>
    <pc:docChg chg="undo custSel addSld delSld modSld sldOrd">
      <pc:chgData name="Chi-Ching Lee" userId="7309231c4353d1c0" providerId="LiveId" clId="{751CF3F6-7007-544F-805C-0A414E9B8141}" dt="2024-04-25T12:18:39.197" v="645" actId="20578"/>
      <pc:docMkLst>
        <pc:docMk/>
      </pc:docMkLst>
      <pc:sldChg chg="modSp mod">
        <pc:chgData name="Chi-Ching Lee" userId="7309231c4353d1c0" providerId="LiveId" clId="{751CF3F6-7007-544F-805C-0A414E9B8141}" dt="2024-04-25T10:25:41.045" v="5" actId="20577"/>
        <pc:sldMkLst>
          <pc:docMk/>
          <pc:sldMk cId="3729187678" sldId="256"/>
        </pc:sldMkLst>
        <pc:spChg chg="mod">
          <ac:chgData name="Chi-Ching Lee" userId="7309231c4353d1c0" providerId="LiveId" clId="{751CF3F6-7007-544F-805C-0A414E9B8141}" dt="2024-04-25T10:25:41.045" v="5" actId="20577"/>
          <ac:spMkLst>
            <pc:docMk/>
            <pc:sldMk cId="3729187678" sldId="256"/>
            <ac:spMk id="2" creationId="{B09FF31D-D8A0-F23B-D6F8-370245126997}"/>
          </ac:spMkLst>
        </pc:spChg>
        <pc:spChg chg="mod">
          <ac:chgData name="Chi-Ching Lee" userId="7309231c4353d1c0" providerId="LiveId" clId="{751CF3F6-7007-544F-805C-0A414E9B8141}" dt="2024-04-25T10:25:34.362" v="3" actId="20577"/>
          <ac:spMkLst>
            <pc:docMk/>
            <pc:sldMk cId="3729187678" sldId="256"/>
            <ac:spMk id="3" creationId="{B8C274E2-0513-B7B2-4189-B4CAC09809DF}"/>
          </ac:spMkLst>
        </pc:spChg>
      </pc:sldChg>
      <pc:sldChg chg="del">
        <pc:chgData name="Chi-Ching Lee" userId="7309231c4353d1c0" providerId="LiveId" clId="{751CF3F6-7007-544F-805C-0A414E9B8141}" dt="2024-04-25T10:53:49.744" v="19" actId="2696"/>
        <pc:sldMkLst>
          <pc:docMk/>
          <pc:sldMk cId="111500742" sldId="513"/>
        </pc:sldMkLst>
      </pc:sldChg>
      <pc:sldChg chg="del">
        <pc:chgData name="Chi-Ching Lee" userId="7309231c4353d1c0" providerId="LiveId" clId="{751CF3F6-7007-544F-805C-0A414E9B8141}" dt="2024-04-25T10:53:49.783" v="23" actId="2696"/>
        <pc:sldMkLst>
          <pc:docMk/>
          <pc:sldMk cId="1869791578" sldId="514"/>
        </pc:sldMkLst>
      </pc:sldChg>
      <pc:sldChg chg="del">
        <pc:chgData name="Chi-Ching Lee" userId="7309231c4353d1c0" providerId="LiveId" clId="{751CF3F6-7007-544F-805C-0A414E9B8141}" dt="2024-04-25T10:53:51.552" v="25" actId="2696"/>
        <pc:sldMkLst>
          <pc:docMk/>
          <pc:sldMk cId="3870774563" sldId="515"/>
        </pc:sldMkLst>
      </pc:sldChg>
      <pc:sldChg chg="del">
        <pc:chgData name="Chi-Ching Lee" userId="7309231c4353d1c0" providerId="LiveId" clId="{751CF3F6-7007-544F-805C-0A414E9B8141}" dt="2024-04-25T10:53:49.745" v="21" actId="2696"/>
        <pc:sldMkLst>
          <pc:docMk/>
          <pc:sldMk cId="94931989" sldId="516"/>
        </pc:sldMkLst>
      </pc:sldChg>
      <pc:sldChg chg="del">
        <pc:chgData name="Chi-Ching Lee" userId="7309231c4353d1c0" providerId="LiveId" clId="{751CF3F6-7007-544F-805C-0A414E9B8141}" dt="2024-04-25T10:53:49.746" v="22" actId="2696"/>
        <pc:sldMkLst>
          <pc:docMk/>
          <pc:sldMk cId="2369939011" sldId="517"/>
        </pc:sldMkLst>
      </pc:sldChg>
      <pc:sldChg chg="del">
        <pc:chgData name="Chi-Ching Lee" userId="7309231c4353d1c0" providerId="LiveId" clId="{751CF3F6-7007-544F-805C-0A414E9B8141}" dt="2024-04-25T10:53:49.791" v="24" actId="2696"/>
        <pc:sldMkLst>
          <pc:docMk/>
          <pc:sldMk cId="2380082506" sldId="518"/>
        </pc:sldMkLst>
      </pc:sldChg>
      <pc:sldChg chg="del">
        <pc:chgData name="Chi-Ching Lee" userId="7309231c4353d1c0" providerId="LiveId" clId="{751CF3F6-7007-544F-805C-0A414E9B8141}" dt="2024-04-25T10:53:52.460" v="26" actId="2696"/>
        <pc:sldMkLst>
          <pc:docMk/>
          <pc:sldMk cId="3179265246" sldId="519"/>
        </pc:sldMkLst>
      </pc:sldChg>
      <pc:sldChg chg="del">
        <pc:chgData name="Chi-Ching Lee" userId="7309231c4353d1c0" providerId="LiveId" clId="{751CF3F6-7007-544F-805C-0A414E9B8141}" dt="2024-04-25T10:53:49.745" v="20" actId="2696"/>
        <pc:sldMkLst>
          <pc:docMk/>
          <pc:sldMk cId="3106155029" sldId="520"/>
        </pc:sldMkLst>
      </pc:sldChg>
      <pc:sldChg chg="addSp modSp new mod">
        <pc:chgData name="Chi-Ching Lee" userId="7309231c4353d1c0" providerId="LiveId" clId="{751CF3F6-7007-544F-805C-0A414E9B8141}" dt="2024-04-25T10:53:44.456" v="18"/>
        <pc:sldMkLst>
          <pc:docMk/>
          <pc:sldMk cId="917130988" sldId="521"/>
        </pc:sldMkLst>
        <pc:spChg chg="mod">
          <ac:chgData name="Chi-Ching Lee" userId="7309231c4353d1c0" providerId="LiveId" clId="{751CF3F6-7007-544F-805C-0A414E9B8141}" dt="2024-04-25T10:53:39.104" v="17"/>
          <ac:spMkLst>
            <pc:docMk/>
            <pc:sldMk cId="917130988" sldId="521"/>
            <ac:spMk id="2" creationId="{BD9C13C5-29CF-9188-C5BB-747426271C26}"/>
          </ac:spMkLst>
        </pc:spChg>
        <pc:spChg chg="mod">
          <ac:chgData name="Chi-Ching Lee" userId="7309231c4353d1c0" providerId="LiveId" clId="{751CF3F6-7007-544F-805C-0A414E9B8141}" dt="2024-04-25T10:53:34.356" v="16" actId="207"/>
          <ac:spMkLst>
            <pc:docMk/>
            <pc:sldMk cId="917130988" sldId="521"/>
            <ac:spMk id="3" creationId="{E2C67CE2-ACE3-7CA4-0CF0-8938490E0F58}"/>
          </ac:spMkLst>
        </pc:spChg>
        <pc:spChg chg="add mod">
          <ac:chgData name="Chi-Ching Lee" userId="7309231c4353d1c0" providerId="LiveId" clId="{751CF3F6-7007-544F-805C-0A414E9B8141}" dt="2024-04-25T10:53:44.456" v="18"/>
          <ac:spMkLst>
            <pc:docMk/>
            <pc:sldMk cId="917130988" sldId="521"/>
            <ac:spMk id="5" creationId="{97341D57-F511-7CAD-F8AF-F59AD8F588AA}"/>
          </ac:spMkLst>
        </pc:spChg>
      </pc:sldChg>
      <pc:sldChg chg="addSp modSp new mod">
        <pc:chgData name="Chi-Ching Lee" userId="7309231c4353d1c0" providerId="LiveId" clId="{751CF3F6-7007-544F-805C-0A414E9B8141}" dt="2024-04-25T11:20:31.647" v="283" actId="20577"/>
        <pc:sldMkLst>
          <pc:docMk/>
          <pc:sldMk cId="1622681774" sldId="522"/>
        </pc:sldMkLst>
        <pc:spChg chg="mod">
          <ac:chgData name="Chi-Ching Lee" userId="7309231c4353d1c0" providerId="LiveId" clId="{751CF3F6-7007-544F-805C-0A414E9B8141}" dt="2024-04-25T11:00:21.536" v="39" actId="20577"/>
          <ac:spMkLst>
            <pc:docMk/>
            <pc:sldMk cId="1622681774" sldId="522"/>
            <ac:spMk id="2" creationId="{71D9C7F2-B33A-B660-2088-05084B5E9070}"/>
          </ac:spMkLst>
        </pc:spChg>
        <pc:spChg chg="mod">
          <ac:chgData name="Chi-Ching Lee" userId="7309231c4353d1c0" providerId="LiveId" clId="{751CF3F6-7007-544F-805C-0A414E9B8141}" dt="2024-04-25T11:20:31.647" v="283" actId="20577"/>
          <ac:spMkLst>
            <pc:docMk/>
            <pc:sldMk cId="1622681774" sldId="522"/>
            <ac:spMk id="3" creationId="{EC446FC0-976A-B8FC-5121-24F3073F345E}"/>
          </ac:spMkLst>
        </pc:spChg>
        <pc:spChg chg="add mod">
          <ac:chgData name="Chi-Ching Lee" userId="7309231c4353d1c0" providerId="LiveId" clId="{751CF3F6-7007-544F-805C-0A414E9B8141}" dt="2024-04-25T11:00:55.977" v="47" actId="1076"/>
          <ac:spMkLst>
            <pc:docMk/>
            <pc:sldMk cId="1622681774" sldId="522"/>
            <ac:spMk id="5" creationId="{1C7CA6C4-5FA2-71B0-F9F6-3F71AAAED3CA}"/>
          </ac:spMkLst>
        </pc:spChg>
      </pc:sldChg>
      <pc:sldChg chg="modSp add mod">
        <pc:chgData name="Chi-Ching Lee" userId="7309231c4353d1c0" providerId="LiveId" clId="{751CF3F6-7007-544F-805C-0A414E9B8141}" dt="2024-04-25T11:20:28.886" v="282" actId="20577"/>
        <pc:sldMkLst>
          <pc:docMk/>
          <pc:sldMk cId="2374738476" sldId="523"/>
        </pc:sldMkLst>
        <pc:spChg chg="mod">
          <ac:chgData name="Chi-Ching Lee" userId="7309231c4353d1c0" providerId="LiveId" clId="{751CF3F6-7007-544F-805C-0A414E9B8141}" dt="2024-04-25T11:01:15.140" v="61"/>
          <ac:spMkLst>
            <pc:docMk/>
            <pc:sldMk cId="2374738476" sldId="523"/>
            <ac:spMk id="2" creationId="{71D9C7F2-B33A-B660-2088-05084B5E9070}"/>
          </ac:spMkLst>
        </pc:spChg>
        <pc:spChg chg="mod">
          <ac:chgData name="Chi-Ching Lee" userId="7309231c4353d1c0" providerId="LiveId" clId="{751CF3F6-7007-544F-805C-0A414E9B8141}" dt="2024-04-25T11:20:28.886" v="282" actId="20577"/>
          <ac:spMkLst>
            <pc:docMk/>
            <pc:sldMk cId="2374738476" sldId="523"/>
            <ac:spMk id="3" creationId="{EC446FC0-976A-B8FC-5121-24F3073F345E}"/>
          </ac:spMkLst>
        </pc:spChg>
      </pc:sldChg>
      <pc:sldChg chg="modSp add mod">
        <pc:chgData name="Chi-Ching Lee" userId="7309231c4353d1c0" providerId="LiveId" clId="{751CF3F6-7007-544F-805C-0A414E9B8141}" dt="2024-04-25T11:20:26.978" v="281" actId="20577"/>
        <pc:sldMkLst>
          <pc:docMk/>
          <pc:sldMk cId="1245238132" sldId="524"/>
        </pc:sldMkLst>
        <pc:spChg chg="mod">
          <ac:chgData name="Chi-Ching Lee" userId="7309231c4353d1c0" providerId="LiveId" clId="{751CF3F6-7007-544F-805C-0A414E9B8141}" dt="2024-04-25T11:05:12.515" v="198"/>
          <ac:spMkLst>
            <pc:docMk/>
            <pc:sldMk cId="1245238132" sldId="524"/>
            <ac:spMk id="2" creationId="{71D9C7F2-B33A-B660-2088-05084B5E9070}"/>
          </ac:spMkLst>
        </pc:spChg>
        <pc:spChg chg="mod">
          <ac:chgData name="Chi-Ching Lee" userId="7309231c4353d1c0" providerId="LiveId" clId="{751CF3F6-7007-544F-805C-0A414E9B8141}" dt="2024-04-25T11:20:26.978" v="281" actId="20577"/>
          <ac:spMkLst>
            <pc:docMk/>
            <pc:sldMk cId="1245238132" sldId="524"/>
            <ac:spMk id="3" creationId="{EC446FC0-976A-B8FC-5121-24F3073F345E}"/>
          </ac:spMkLst>
        </pc:spChg>
      </pc:sldChg>
      <pc:sldChg chg="modSp add mod">
        <pc:chgData name="Chi-Ching Lee" userId="7309231c4353d1c0" providerId="LiveId" clId="{751CF3F6-7007-544F-805C-0A414E9B8141}" dt="2024-04-25T11:20:20.821" v="280" actId="20577"/>
        <pc:sldMkLst>
          <pc:docMk/>
          <pc:sldMk cId="3127487705" sldId="525"/>
        </pc:sldMkLst>
        <pc:spChg chg="mod">
          <ac:chgData name="Chi-Ching Lee" userId="7309231c4353d1c0" providerId="LiveId" clId="{751CF3F6-7007-544F-805C-0A414E9B8141}" dt="2024-04-25T11:05:31.314" v="205" actId="20577"/>
          <ac:spMkLst>
            <pc:docMk/>
            <pc:sldMk cId="3127487705" sldId="525"/>
            <ac:spMk id="2" creationId="{71D9C7F2-B33A-B660-2088-05084B5E9070}"/>
          </ac:spMkLst>
        </pc:spChg>
        <pc:spChg chg="mod">
          <ac:chgData name="Chi-Ching Lee" userId="7309231c4353d1c0" providerId="LiveId" clId="{751CF3F6-7007-544F-805C-0A414E9B8141}" dt="2024-04-25T11:20:20.821" v="280" actId="20577"/>
          <ac:spMkLst>
            <pc:docMk/>
            <pc:sldMk cId="3127487705" sldId="525"/>
            <ac:spMk id="3" creationId="{EC446FC0-976A-B8FC-5121-24F3073F345E}"/>
          </ac:spMkLst>
        </pc:spChg>
      </pc:sldChg>
      <pc:sldChg chg="modSp add mod">
        <pc:chgData name="Chi-Ching Lee" userId="7309231c4353d1c0" providerId="LiveId" clId="{751CF3F6-7007-544F-805C-0A414E9B8141}" dt="2024-04-25T11:20:18.817" v="279" actId="20577"/>
        <pc:sldMkLst>
          <pc:docMk/>
          <pc:sldMk cId="3355086396" sldId="526"/>
        </pc:sldMkLst>
        <pc:spChg chg="mod">
          <ac:chgData name="Chi-Ching Lee" userId="7309231c4353d1c0" providerId="LiveId" clId="{751CF3F6-7007-544F-805C-0A414E9B8141}" dt="2024-04-25T11:07:39.420" v="240"/>
          <ac:spMkLst>
            <pc:docMk/>
            <pc:sldMk cId="3355086396" sldId="526"/>
            <ac:spMk id="2" creationId="{71D9C7F2-B33A-B660-2088-05084B5E9070}"/>
          </ac:spMkLst>
        </pc:spChg>
        <pc:spChg chg="mod">
          <ac:chgData name="Chi-Ching Lee" userId="7309231c4353d1c0" providerId="LiveId" clId="{751CF3F6-7007-544F-805C-0A414E9B8141}" dt="2024-04-25T11:20:18.817" v="279" actId="20577"/>
          <ac:spMkLst>
            <pc:docMk/>
            <pc:sldMk cId="3355086396" sldId="526"/>
            <ac:spMk id="3" creationId="{EC446FC0-976A-B8FC-5121-24F3073F345E}"/>
          </ac:spMkLst>
        </pc:spChg>
      </pc:sldChg>
      <pc:sldChg chg="addSp delSp modSp new mod ord">
        <pc:chgData name="Chi-Ching Lee" userId="7309231c4353d1c0" providerId="LiveId" clId="{751CF3F6-7007-544F-805C-0A414E9B8141}" dt="2024-04-25T12:08:36.276" v="586" actId="2085"/>
        <pc:sldMkLst>
          <pc:docMk/>
          <pc:sldMk cId="2720918060" sldId="527"/>
        </pc:sldMkLst>
        <pc:spChg chg="del">
          <ac:chgData name="Chi-Ching Lee" userId="7309231c4353d1c0" providerId="LiveId" clId="{751CF3F6-7007-544F-805C-0A414E9B8141}" dt="2024-04-25T11:27:12.191" v="379" actId="478"/>
          <ac:spMkLst>
            <pc:docMk/>
            <pc:sldMk cId="2720918060" sldId="527"/>
            <ac:spMk id="2" creationId="{DCBE97CE-2B23-7EB5-E9B1-4DD4C9243518}"/>
          </ac:spMkLst>
        </pc:spChg>
        <pc:spChg chg="del">
          <ac:chgData name="Chi-Ching Lee" userId="7309231c4353d1c0" providerId="LiveId" clId="{751CF3F6-7007-544F-805C-0A414E9B8141}" dt="2024-04-25T11:22:16.368" v="295"/>
          <ac:spMkLst>
            <pc:docMk/>
            <pc:sldMk cId="2720918060" sldId="527"/>
            <ac:spMk id="3" creationId="{D0C792ED-F198-B494-0316-1019074CCB42}"/>
          </ac:spMkLst>
        </pc:spChg>
        <pc:spChg chg="add mod">
          <ac:chgData name="Chi-Ching Lee" userId="7309231c4353d1c0" providerId="LiveId" clId="{751CF3F6-7007-544F-805C-0A414E9B8141}" dt="2024-04-25T11:20:53.508" v="288" actId="13822"/>
          <ac:spMkLst>
            <pc:docMk/>
            <pc:sldMk cId="2720918060" sldId="527"/>
            <ac:spMk id="5" creationId="{9F2CA68B-F4B0-1FBC-36CC-BDF492670DB0}"/>
          </ac:spMkLst>
        </pc:spChg>
        <pc:spChg chg="add mod">
          <ac:chgData name="Chi-Ching Lee" userId="7309231c4353d1c0" providerId="LiveId" clId="{751CF3F6-7007-544F-805C-0A414E9B8141}" dt="2024-04-25T11:54:28.926" v="468" actId="14100"/>
          <ac:spMkLst>
            <pc:docMk/>
            <pc:sldMk cId="2720918060" sldId="527"/>
            <ac:spMk id="7" creationId="{3649BFF8-DA59-1440-4C32-67834EAEA0DF}"/>
          </ac:spMkLst>
        </pc:spChg>
        <pc:spChg chg="add mod">
          <ac:chgData name="Chi-Ching Lee" userId="7309231c4353d1c0" providerId="LiveId" clId="{751CF3F6-7007-544F-805C-0A414E9B8141}" dt="2024-04-25T12:08:30.210" v="584" actId="1076"/>
          <ac:spMkLst>
            <pc:docMk/>
            <pc:sldMk cId="2720918060" sldId="527"/>
            <ac:spMk id="10" creationId="{5DBDB0D8-7689-F58E-6AB1-D6495147626A}"/>
          </ac:spMkLst>
        </pc:spChg>
        <pc:picChg chg="add mod">
          <ac:chgData name="Chi-Ching Lee" userId="7309231c4353d1c0" providerId="LiveId" clId="{751CF3F6-7007-544F-805C-0A414E9B8141}" dt="2024-04-25T12:08:36.276" v="586" actId="2085"/>
          <ac:picMkLst>
            <pc:docMk/>
            <pc:sldMk cId="2720918060" sldId="527"/>
            <ac:picMk id="8" creationId="{DF77DDED-5A99-91BC-2168-E2356E8970D9}"/>
          </ac:picMkLst>
        </pc:picChg>
      </pc:sldChg>
      <pc:sldChg chg="addSp modSp new mod">
        <pc:chgData name="Chi-Ching Lee" userId="7309231c4353d1c0" providerId="LiveId" clId="{751CF3F6-7007-544F-805C-0A414E9B8141}" dt="2024-04-25T11:54:32.323" v="469"/>
        <pc:sldMkLst>
          <pc:docMk/>
          <pc:sldMk cId="3293737283" sldId="528"/>
        </pc:sldMkLst>
        <pc:spChg chg="mod">
          <ac:chgData name="Chi-Ching Lee" userId="7309231c4353d1c0" providerId="LiveId" clId="{751CF3F6-7007-544F-805C-0A414E9B8141}" dt="2024-04-25T11:44:56.551" v="435" actId="20577"/>
          <ac:spMkLst>
            <pc:docMk/>
            <pc:sldMk cId="3293737283" sldId="528"/>
            <ac:spMk id="2" creationId="{58AF3440-E5E4-82E1-41A6-D7A693B57906}"/>
          </ac:spMkLst>
        </pc:spChg>
        <pc:spChg chg="mod">
          <ac:chgData name="Chi-Ching Lee" userId="7309231c4353d1c0" providerId="LiveId" clId="{751CF3F6-7007-544F-805C-0A414E9B8141}" dt="2024-04-25T11:53:32.064" v="445" actId="27636"/>
          <ac:spMkLst>
            <pc:docMk/>
            <pc:sldMk cId="3293737283" sldId="528"/>
            <ac:spMk id="3" creationId="{66CE74FC-54DA-1E92-C0A8-5DDFDA37F9FD}"/>
          </ac:spMkLst>
        </pc:spChg>
        <pc:spChg chg="add mod">
          <ac:chgData name="Chi-Ching Lee" userId="7309231c4353d1c0" providerId="LiveId" clId="{751CF3F6-7007-544F-805C-0A414E9B8141}" dt="2024-04-25T11:53:33.945" v="447" actId="1076"/>
          <ac:spMkLst>
            <pc:docMk/>
            <pc:sldMk cId="3293737283" sldId="528"/>
            <ac:spMk id="5" creationId="{6F9EFCFB-EDFF-F545-B0EB-1D4F3CFC7A54}"/>
          </ac:spMkLst>
        </pc:spChg>
        <pc:spChg chg="add mod">
          <ac:chgData name="Chi-Ching Lee" userId="7309231c4353d1c0" providerId="LiveId" clId="{751CF3F6-7007-544F-805C-0A414E9B8141}" dt="2024-04-25T11:42:07.378" v="382"/>
          <ac:spMkLst>
            <pc:docMk/>
            <pc:sldMk cId="3293737283" sldId="528"/>
            <ac:spMk id="6" creationId="{3234613D-3141-4955-86E9-C4F29341860E}"/>
          </ac:spMkLst>
        </pc:spChg>
        <pc:spChg chg="add mod">
          <ac:chgData name="Chi-Ching Lee" userId="7309231c4353d1c0" providerId="LiveId" clId="{751CF3F6-7007-544F-805C-0A414E9B8141}" dt="2024-04-25T11:42:07.680" v="383"/>
          <ac:spMkLst>
            <pc:docMk/>
            <pc:sldMk cId="3293737283" sldId="528"/>
            <ac:spMk id="7" creationId="{76E9F3D6-53EB-BB14-9D21-5E5B4A79D717}"/>
          </ac:spMkLst>
        </pc:spChg>
        <pc:spChg chg="add mod">
          <ac:chgData name="Chi-Ching Lee" userId="7309231c4353d1c0" providerId="LiveId" clId="{751CF3F6-7007-544F-805C-0A414E9B8141}" dt="2024-04-25T11:42:07.870" v="384"/>
          <ac:spMkLst>
            <pc:docMk/>
            <pc:sldMk cId="3293737283" sldId="528"/>
            <ac:spMk id="8" creationId="{CC63C92B-2DC3-B349-A61E-A984E5A5BCAC}"/>
          </ac:spMkLst>
        </pc:spChg>
        <pc:spChg chg="add mod">
          <ac:chgData name="Chi-Ching Lee" userId="7309231c4353d1c0" providerId="LiveId" clId="{751CF3F6-7007-544F-805C-0A414E9B8141}" dt="2024-04-25T11:54:32.323" v="469"/>
          <ac:spMkLst>
            <pc:docMk/>
            <pc:sldMk cId="3293737283" sldId="528"/>
            <ac:spMk id="9" creationId="{5926E7BA-E8B8-D71F-2D89-B8A090BECAA6}"/>
          </ac:spMkLst>
        </pc:spChg>
      </pc:sldChg>
      <pc:sldChg chg="addSp modSp add mod">
        <pc:chgData name="Chi-Ching Lee" userId="7309231c4353d1c0" providerId="LiveId" clId="{751CF3F6-7007-544F-805C-0A414E9B8141}" dt="2024-04-25T11:54:36.857" v="472"/>
        <pc:sldMkLst>
          <pc:docMk/>
          <pc:sldMk cId="2604979784" sldId="529"/>
        </pc:sldMkLst>
        <pc:spChg chg="mod">
          <ac:chgData name="Chi-Ching Lee" userId="7309231c4353d1c0" providerId="LiveId" clId="{751CF3F6-7007-544F-805C-0A414E9B8141}" dt="2024-04-25T11:44:47.664" v="433" actId="20577"/>
          <ac:spMkLst>
            <pc:docMk/>
            <pc:sldMk cId="2604979784" sldId="529"/>
            <ac:spMk id="2" creationId="{58AF3440-E5E4-82E1-41A6-D7A693B57906}"/>
          </ac:spMkLst>
        </pc:spChg>
        <pc:spChg chg="mod">
          <ac:chgData name="Chi-Ching Lee" userId="7309231c4353d1c0" providerId="LiveId" clId="{751CF3F6-7007-544F-805C-0A414E9B8141}" dt="2024-04-25T11:45:56.393" v="443"/>
          <ac:spMkLst>
            <pc:docMk/>
            <pc:sldMk cId="2604979784" sldId="529"/>
            <ac:spMk id="3" creationId="{66CE74FC-54DA-1E92-C0A8-5DDFDA37F9FD}"/>
          </ac:spMkLst>
        </pc:spChg>
        <pc:spChg chg="add mod">
          <ac:chgData name="Chi-Ching Lee" userId="7309231c4353d1c0" providerId="LiveId" clId="{751CF3F6-7007-544F-805C-0A414E9B8141}" dt="2024-04-25T11:54:36.857" v="472"/>
          <ac:spMkLst>
            <pc:docMk/>
            <pc:sldMk cId="2604979784" sldId="529"/>
            <ac:spMk id="6" creationId="{270B7E92-019C-9E64-5440-9A92C7700DD2}"/>
          </ac:spMkLst>
        </pc:spChg>
      </pc:sldChg>
      <pc:sldChg chg="addSp modSp add del">
        <pc:chgData name="Chi-Ching Lee" userId="7309231c4353d1c0" providerId="LiveId" clId="{751CF3F6-7007-544F-805C-0A414E9B8141}" dt="2024-04-25T12:08:12.364" v="578" actId="2696"/>
        <pc:sldMkLst>
          <pc:docMk/>
          <pc:sldMk cId="1874808282" sldId="530"/>
        </pc:sldMkLst>
        <pc:spChg chg="add mod">
          <ac:chgData name="Chi-Ching Lee" userId="7309231c4353d1c0" providerId="LiveId" clId="{751CF3F6-7007-544F-805C-0A414E9B8141}" dt="2024-04-25T11:54:39.025" v="473"/>
          <ac:spMkLst>
            <pc:docMk/>
            <pc:sldMk cId="1874808282" sldId="530"/>
            <ac:spMk id="6" creationId="{5A9332CA-F24F-7727-F1C6-19543CEE08F3}"/>
          </ac:spMkLst>
        </pc:spChg>
      </pc:sldChg>
      <pc:sldChg chg="addSp modSp add del">
        <pc:chgData name="Chi-Ching Lee" userId="7309231c4353d1c0" providerId="LiveId" clId="{751CF3F6-7007-544F-805C-0A414E9B8141}" dt="2024-04-25T12:08:12.371" v="581" actId="2696"/>
        <pc:sldMkLst>
          <pc:docMk/>
          <pc:sldMk cId="2290363972" sldId="531"/>
        </pc:sldMkLst>
        <pc:spChg chg="add mod">
          <ac:chgData name="Chi-Ching Lee" userId="7309231c4353d1c0" providerId="LiveId" clId="{751CF3F6-7007-544F-805C-0A414E9B8141}" dt="2024-04-25T11:54:40.396" v="474"/>
          <ac:spMkLst>
            <pc:docMk/>
            <pc:sldMk cId="2290363972" sldId="531"/>
            <ac:spMk id="6" creationId="{59B1C4D4-EDFB-2F7C-016C-F58E21C81ACC}"/>
          </ac:spMkLst>
        </pc:spChg>
      </pc:sldChg>
      <pc:sldChg chg="addSp modSp add del">
        <pc:chgData name="Chi-Ching Lee" userId="7309231c4353d1c0" providerId="LiveId" clId="{751CF3F6-7007-544F-805C-0A414E9B8141}" dt="2024-04-25T12:08:12.366" v="579" actId="2696"/>
        <pc:sldMkLst>
          <pc:docMk/>
          <pc:sldMk cId="2406622303" sldId="532"/>
        </pc:sldMkLst>
        <pc:spChg chg="add mod">
          <ac:chgData name="Chi-Ching Lee" userId="7309231c4353d1c0" providerId="LiveId" clId="{751CF3F6-7007-544F-805C-0A414E9B8141}" dt="2024-04-25T11:54:40.997" v="475"/>
          <ac:spMkLst>
            <pc:docMk/>
            <pc:sldMk cId="2406622303" sldId="532"/>
            <ac:spMk id="6" creationId="{EC51A8B0-E0BF-36DA-0F4B-30494681C3BC}"/>
          </ac:spMkLst>
        </pc:spChg>
      </pc:sldChg>
      <pc:sldChg chg="addSp modSp add del">
        <pc:chgData name="Chi-Ching Lee" userId="7309231c4353d1c0" providerId="LiveId" clId="{751CF3F6-7007-544F-805C-0A414E9B8141}" dt="2024-04-25T12:08:12.366" v="580" actId="2696"/>
        <pc:sldMkLst>
          <pc:docMk/>
          <pc:sldMk cId="3339831689" sldId="533"/>
        </pc:sldMkLst>
        <pc:spChg chg="add mod">
          <ac:chgData name="Chi-Ching Lee" userId="7309231c4353d1c0" providerId="LiveId" clId="{751CF3F6-7007-544F-805C-0A414E9B8141}" dt="2024-04-25T11:54:41.608" v="476"/>
          <ac:spMkLst>
            <pc:docMk/>
            <pc:sldMk cId="3339831689" sldId="533"/>
            <ac:spMk id="6" creationId="{3B2A4139-DF41-3D56-FDA8-E76463E243C1}"/>
          </ac:spMkLst>
        </pc:spChg>
      </pc:sldChg>
      <pc:sldChg chg="add del">
        <pc:chgData name="Chi-Ching Lee" userId="7309231c4353d1c0" providerId="LiveId" clId="{751CF3F6-7007-544F-805C-0A414E9B8141}" dt="2024-04-25T12:08:12.387" v="582" actId="2696"/>
        <pc:sldMkLst>
          <pc:docMk/>
          <pc:sldMk cId="2039413703" sldId="534"/>
        </pc:sldMkLst>
      </pc:sldChg>
      <pc:sldChg chg="addSp delSp modSp new mod">
        <pc:chgData name="Chi-Ching Lee" userId="7309231c4353d1c0" providerId="LiveId" clId="{751CF3F6-7007-544F-805C-0A414E9B8141}" dt="2024-04-25T11:59:51.383" v="501" actId="1076"/>
        <pc:sldMkLst>
          <pc:docMk/>
          <pc:sldMk cId="1576336087" sldId="535"/>
        </pc:sldMkLst>
        <pc:spChg chg="del">
          <ac:chgData name="Chi-Ching Lee" userId="7309231c4353d1c0" providerId="LiveId" clId="{751CF3F6-7007-544F-805C-0A414E9B8141}" dt="2024-04-25T11:54:12.078" v="453" actId="478"/>
          <ac:spMkLst>
            <pc:docMk/>
            <pc:sldMk cId="1576336087" sldId="535"/>
            <ac:spMk id="2" creationId="{528EF12D-BF9D-A657-4236-82985D5AF1CA}"/>
          </ac:spMkLst>
        </pc:spChg>
        <pc:spChg chg="del">
          <ac:chgData name="Chi-Ching Lee" userId="7309231c4353d1c0" providerId="LiveId" clId="{751CF3F6-7007-544F-805C-0A414E9B8141}" dt="2024-04-25T11:54:05.884" v="449"/>
          <ac:spMkLst>
            <pc:docMk/>
            <pc:sldMk cId="1576336087" sldId="535"/>
            <ac:spMk id="3" creationId="{1A8E5026-7E6D-9DE7-6C5E-988511FF6D0D}"/>
          </ac:spMkLst>
        </pc:spChg>
        <pc:spChg chg="add mod">
          <ac:chgData name="Chi-Ching Lee" userId="7309231c4353d1c0" providerId="LiveId" clId="{751CF3F6-7007-544F-805C-0A414E9B8141}" dt="2024-04-25T11:54:33.092" v="470"/>
          <ac:spMkLst>
            <pc:docMk/>
            <pc:sldMk cId="1576336087" sldId="535"/>
            <ac:spMk id="6" creationId="{9E98455A-664E-BBEF-89F9-D6F92446AA24}"/>
          </ac:spMkLst>
        </pc:spChg>
        <pc:picChg chg="add mod">
          <ac:chgData name="Chi-Ching Lee" userId="7309231c4353d1c0" providerId="LiveId" clId="{751CF3F6-7007-544F-805C-0A414E9B8141}" dt="2024-04-25T11:59:51.383" v="501" actId="1076"/>
          <ac:picMkLst>
            <pc:docMk/>
            <pc:sldMk cId="1576336087" sldId="535"/>
            <ac:picMk id="5" creationId="{C80A3213-D3EA-7CDD-B07A-597A5E605301}"/>
          </ac:picMkLst>
        </pc:picChg>
        <pc:cxnChg chg="add mod">
          <ac:chgData name="Chi-Ching Lee" userId="7309231c4353d1c0" providerId="LiveId" clId="{751CF3F6-7007-544F-805C-0A414E9B8141}" dt="2024-04-25T11:57:16.994" v="495" actId="14100"/>
          <ac:cxnSpMkLst>
            <pc:docMk/>
            <pc:sldMk cId="1576336087" sldId="535"/>
            <ac:cxnSpMk id="7" creationId="{4420DAE9-08E1-0412-60B2-FE5DD5114AD1}"/>
          </ac:cxnSpMkLst>
        </pc:cxnChg>
        <pc:cxnChg chg="add mod">
          <ac:chgData name="Chi-Ching Lee" userId="7309231c4353d1c0" providerId="LiveId" clId="{751CF3F6-7007-544F-805C-0A414E9B8141}" dt="2024-04-25T11:57:25.248" v="498" actId="14100"/>
          <ac:cxnSpMkLst>
            <pc:docMk/>
            <pc:sldMk cId="1576336087" sldId="535"/>
            <ac:cxnSpMk id="9" creationId="{41B48001-E345-90A8-4BF0-03389E116025}"/>
          </ac:cxnSpMkLst>
        </pc:cxnChg>
      </pc:sldChg>
      <pc:sldChg chg="addSp delSp modSp new mod">
        <pc:chgData name="Chi-Ching Lee" userId="7309231c4353d1c0" providerId="LiveId" clId="{751CF3F6-7007-544F-805C-0A414E9B8141}" dt="2024-04-25T11:56:44.325" v="492" actId="1076"/>
        <pc:sldMkLst>
          <pc:docMk/>
          <pc:sldMk cId="1763667076" sldId="536"/>
        </pc:sldMkLst>
        <pc:spChg chg="del">
          <ac:chgData name="Chi-Ching Lee" userId="7309231c4353d1c0" providerId="LiveId" clId="{751CF3F6-7007-544F-805C-0A414E9B8141}" dt="2024-04-25T11:56:12.295" v="478"/>
          <ac:spMkLst>
            <pc:docMk/>
            <pc:sldMk cId="1763667076" sldId="536"/>
            <ac:spMk id="3" creationId="{A1C2E07A-381C-977B-E13A-2938DDA45568}"/>
          </ac:spMkLst>
        </pc:spChg>
        <pc:spChg chg="add mod">
          <ac:chgData name="Chi-Ching Lee" userId="7309231c4353d1c0" providerId="LiveId" clId="{751CF3F6-7007-544F-805C-0A414E9B8141}" dt="2024-04-25T11:56:19.407" v="482"/>
          <ac:spMkLst>
            <pc:docMk/>
            <pc:sldMk cId="1763667076" sldId="536"/>
            <ac:spMk id="6" creationId="{7DCF72DF-4643-ABCD-1A24-FFBEAF93002B}"/>
          </ac:spMkLst>
        </pc:spChg>
        <pc:picChg chg="add mod">
          <ac:chgData name="Chi-Ching Lee" userId="7309231c4353d1c0" providerId="LiveId" clId="{751CF3F6-7007-544F-805C-0A414E9B8141}" dt="2024-04-25T11:56:15.888" v="481" actId="1076"/>
          <ac:picMkLst>
            <pc:docMk/>
            <pc:sldMk cId="1763667076" sldId="536"/>
            <ac:picMk id="5" creationId="{5C5744D7-BB69-F08C-301C-D203249464E9}"/>
          </ac:picMkLst>
        </pc:picChg>
        <pc:cxnChg chg="add mod">
          <ac:chgData name="Chi-Ching Lee" userId="7309231c4353d1c0" providerId="LiveId" clId="{751CF3F6-7007-544F-805C-0A414E9B8141}" dt="2024-04-25T11:56:33.767" v="484" actId="208"/>
          <ac:cxnSpMkLst>
            <pc:docMk/>
            <pc:sldMk cId="1763667076" sldId="536"/>
            <ac:cxnSpMk id="8" creationId="{E9DE9D99-0E7C-A635-5BEA-A2A3C8E56AB8}"/>
          </ac:cxnSpMkLst>
        </pc:cxnChg>
        <pc:cxnChg chg="add mod">
          <ac:chgData name="Chi-Ching Lee" userId="7309231c4353d1c0" providerId="LiveId" clId="{751CF3F6-7007-544F-805C-0A414E9B8141}" dt="2024-04-25T11:56:41.254" v="490" actId="14100"/>
          <ac:cxnSpMkLst>
            <pc:docMk/>
            <pc:sldMk cId="1763667076" sldId="536"/>
            <ac:cxnSpMk id="9" creationId="{DB00317D-D133-6494-0656-56F22353AB8D}"/>
          </ac:cxnSpMkLst>
        </pc:cxnChg>
        <pc:cxnChg chg="add mod">
          <ac:chgData name="Chi-Ching Lee" userId="7309231c4353d1c0" providerId="LiveId" clId="{751CF3F6-7007-544F-805C-0A414E9B8141}" dt="2024-04-25T11:56:44.325" v="492" actId="1076"/>
          <ac:cxnSpMkLst>
            <pc:docMk/>
            <pc:sldMk cId="1763667076" sldId="536"/>
            <ac:cxnSpMk id="11" creationId="{DD5C76E8-7E24-3E39-B439-C8F29151510C}"/>
          </ac:cxnSpMkLst>
        </pc:cxnChg>
      </pc:sldChg>
      <pc:sldChg chg="addSp delSp modSp new mod">
        <pc:chgData name="Chi-Ching Lee" userId="7309231c4353d1c0" providerId="LiveId" clId="{751CF3F6-7007-544F-805C-0A414E9B8141}" dt="2024-04-25T12:01:33.349" v="509" actId="22"/>
        <pc:sldMkLst>
          <pc:docMk/>
          <pc:sldMk cId="2506373222" sldId="537"/>
        </pc:sldMkLst>
        <pc:spChg chg="del">
          <ac:chgData name="Chi-Ching Lee" userId="7309231c4353d1c0" providerId="LiveId" clId="{751CF3F6-7007-544F-805C-0A414E9B8141}" dt="2024-04-25T12:00:03.425" v="507" actId="478"/>
          <ac:spMkLst>
            <pc:docMk/>
            <pc:sldMk cId="2506373222" sldId="537"/>
            <ac:spMk id="2" creationId="{CDFB7E20-4BD9-4262-EC78-66329CFF06E6}"/>
          </ac:spMkLst>
        </pc:spChg>
        <pc:spChg chg="del">
          <ac:chgData name="Chi-Ching Lee" userId="7309231c4353d1c0" providerId="LiveId" clId="{751CF3F6-7007-544F-805C-0A414E9B8141}" dt="2024-04-25T12:00:01.893" v="506" actId="478"/>
          <ac:spMkLst>
            <pc:docMk/>
            <pc:sldMk cId="2506373222" sldId="537"/>
            <ac:spMk id="3" creationId="{443D4C50-EC1B-4587-86C0-9BBA3187D510}"/>
          </ac:spMkLst>
        </pc:spChg>
        <pc:spChg chg="add mod">
          <ac:chgData name="Chi-Ching Lee" userId="7309231c4353d1c0" providerId="LiveId" clId="{751CF3F6-7007-544F-805C-0A414E9B8141}" dt="2024-04-25T11:59:59.297" v="505"/>
          <ac:spMkLst>
            <pc:docMk/>
            <pc:sldMk cId="2506373222" sldId="537"/>
            <ac:spMk id="6" creationId="{728C208E-CB14-7DF6-3125-B07B58F6382C}"/>
          </ac:spMkLst>
        </pc:spChg>
        <pc:spChg chg="add del">
          <ac:chgData name="Chi-Ching Lee" userId="7309231c4353d1c0" providerId="LiveId" clId="{751CF3F6-7007-544F-805C-0A414E9B8141}" dt="2024-04-25T12:01:33.349" v="509" actId="22"/>
          <ac:spMkLst>
            <pc:docMk/>
            <pc:sldMk cId="2506373222" sldId="537"/>
            <ac:spMk id="8" creationId="{F21DED9B-1A7C-6772-2D85-265387272ECB}"/>
          </ac:spMkLst>
        </pc:spChg>
        <pc:picChg chg="add mod">
          <ac:chgData name="Chi-Ching Lee" userId="7309231c4353d1c0" providerId="LiveId" clId="{751CF3F6-7007-544F-805C-0A414E9B8141}" dt="2024-04-25T11:59:56.092" v="504" actId="14100"/>
          <ac:picMkLst>
            <pc:docMk/>
            <pc:sldMk cId="2506373222" sldId="537"/>
            <ac:picMk id="5" creationId="{592D5B37-93B5-89BE-4CFB-6E7923B5720A}"/>
          </ac:picMkLst>
        </pc:picChg>
      </pc:sldChg>
      <pc:sldChg chg="addSp delSp modSp new mod">
        <pc:chgData name="Chi-Ching Lee" userId="7309231c4353d1c0" providerId="LiveId" clId="{751CF3F6-7007-544F-805C-0A414E9B8141}" dt="2024-04-25T12:06:18.231" v="575"/>
        <pc:sldMkLst>
          <pc:docMk/>
          <pc:sldMk cId="1265495186" sldId="538"/>
        </pc:sldMkLst>
        <pc:spChg chg="mod">
          <ac:chgData name="Chi-Ching Lee" userId="7309231c4353d1c0" providerId="LiveId" clId="{751CF3F6-7007-544F-805C-0A414E9B8141}" dt="2024-04-25T12:01:48.288" v="518" actId="20577"/>
          <ac:spMkLst>
            <pc:docMk/>
            <pc:sldMk cId="1265495186" sldId="538"/>
            <ac:spMk id="2" creationId="{15CE6C6F-B861-601F-FF0A-F225CE0F2DA0}"/>
          </ac:spMkLst>
        </pc:spChg>
        <pc:spChg chg="del">
          <ac:chgData name="Chi-Ching Lee" userId="7309231c4353d1c0" providerId="LiveId" clId="{751CF3F6-7007-544F-805C-0A414E9B8141}" dt="2024-04-25T12:02:11.367" v="519"/>
          <ac:spMkLst>
            <pc:docMk/>
            <pc:sldMk cId="1265495186" sldId="538"/>
            <ac:spMk id="3" creationId="{D10B6BC0-0D4B-DD2A-1E2A-DDDFE1B8956F}"/>
          </ac:spMkLst>
        </pc:spChg>
        <pc:spChg chg="add mod">
          <ac:chgData name="Chi-Ching Lee" userId="7309231c4353d1c0" providerId="LiveId" clId="{751CF3F6-7007-544F-805C-0A414E9B8141}" dt="2024-04-25T12:03:07.202" v="546" actId="20577"/>
          <ac:spMkLst>
            <pc:docMk/>
            <pc:sldMk cId="1265495186" sldId="538"/>
            <ac:spMk id="7" creationId="{FA1D292F-37E4-F836-0C61-F8514D524353}"/>
          </ac:spMkLst>
        </pc:spChg>
        <pc:spChg chg="add mod">
          <ac:chgData name="Chi-Ching Lee" userId="7309231c4353d1c0" providerId="LiveId" clId="{751CF3F6-7007-544F-805C-0A414E9B8141}" dt="2024-04-25T12:06:18.231" v="575"/>
          <ac:spMkLst>
            <pc:docMk/>
            <pc:sldMk cId="1265495186" sldId="538"/>
            <ac:spMk id="8" creationId="{4B182776-B7AE-AD8C-1C76-A045DB2E7467}"/>
          </ac:spMkLst>
        </pc:spChg>
        <pc:picChg chg="add mod">
          <ac:chgData name="Chi-Ching Lee" userId="7309231c4353d1c0" providerId="LiveId" clId="{751CF3F6-7007-544F-805C-0A414E9B8141}" dt="2024-04-25T12:02:12.624" v="520" actId="1076"/>
          <ac:picMkLst>
            <pc:docMk/>
            <pc:sldMk cId="1265495186" sldId="538"/>
            <ac:picMk id="5" creationId="{48661B03-538C-77EC-FA76-544046D41EA1}"/>
          </ac:picMkLst>
        </pc:picChg>
      </pc:sldChg>
      <pc:sldChg chg="addSp delSp modSp new mod">
        <pc:chgData name="Chi-Ching Lee" userId="7309231c4353d1c0" providerId="LiveId" clId="{751CF3F6-7007-544F-805C-0A414E9B8141}" dt="2024-04-25T12:06:18.806" v="576"/>
        <pc:sldMkLst>
          <pc:docMk/>
          <pc:sldMk cId="218350309" sldId="539"/>
        </pc:sldMkLst>
        <pc:spChg chg="mod">
          <ac:chgData name="Chi-Ching Lee" userId="7309231c4353d1c0" providerId="LiveId" clId="{751CF3F6-7007-544F-805C-0A414E9B8141}" dt="2024-04-25T12:04:32.310" v="559" actId="27636"/>
          <ac:spMkLst>
            <pc:docMk/>
            <pc:sldMk cId="218350309" sldId="539"/>
            <ac:spMk id="2" creationId="{EAB8E0CF-326F-0A97-FB89-5F40E3D61193}"/>
          </ac:spMkLst>
        </pc:spChg>
        <pc:spChg chg="del">
          <ac:chgData name="Chi-Ching Lee" userId="7309231c4353d1c0" providerId="LiveId" clId="{751CF3F6-7007-544F-805C-0A414E9B8141}" dt="2024-04-25T12:04:09.617" v="548"/>
          <ac:spMkLst>
            <pc:docMk/>
            <pc:sldMk cId="218350309" sldId="539"/>
            <ac:spMk id="3" creationId="{6F40964A-3664-F661-FFF5-2D66DA9E0757}"/>
          </ac:spMkLst>
        </pc:spChg>
        <pc:spChg chg="add mod">
          <ac:chgData name="Chi-Ching Lee" userId="7309231c4353d1c0" providerId="LiveId" clId="{751CF3F6-7007-544F-805C-0A414E9B8141}" dt="2024-04-25T12:04:55.218" v="563" actId="1076"/>
          <ac:spMkLst>
            <pc:docMk/>
            <pc:sldMk cId="218350309" sldId="539"/>
            <ac:spMk id="8" creationId="{D3577830-43F3-9087-C0FB-E00C11C18707}"/>
          </ac:spMkLst>
        </pc:spChg>
        <pc:spChg chg="add mod">
          <ac:chgData name="Chi-Ching Lee" userId="7309231c4353d1c0" providerId="LiveId" clId="{751CF3F6-7007-544F-805C-0A414E9B8141}" dt="2024-04-25T12:06:18.806" v="576"/>
          <ac:spMkLst>
            <pc:docMk/>
            <pc:sldMk cId="218350309" sldId="539"/>
            <ac:spMk id="9" creationId="{0D541B50-7086-BBF4-820F-0160FB98248F}"/>
          </ac:spMkLst>
        </pc:spChg>
        <pc:picChg chg="add mod">
          <ac:chgData name="Chi-Ching Lee" userId="7309231c4353d1c0" providerId="LiveId" clId="{751CF3F6-7007-544F-805C-0A414E9B8141}" dt="2024-04-25T12:04:35.726" v="560" actId="1076"/>
          <ac:picMkLst>
            <pc:docMk/>
            <pc:sldMk cId="218350309" sldId="539"/>
            <ac:picMk id="5" creationId="{6A6CEAF2-B488-97E8-7A12-857A4B2DC16F}"/>
          </ac:picMkLst>
        </pc:picChg>
        <pc:picChg chg="add mod">
          <ac:chgData name="Chi-Ching Lee" userId="7309231c4353d1c0" providerId="LiveId" clId="{751CF3F6-7007-544F-805C-0A414E9B8141}" dt="2024-04-25T12:04:36.925" v="561" actId="1076"/>
          <ac:picMkLst>
            <pc:docMk/>
            <pc:sldMk cId="218350309" sldId="539"/>
            <ac:picMk id="6" creationId="{A433FB11-CD11-DD87-288C-D7A87F39FAEB}"/>
          </ac:picMkLst>
        </pc:picChg>
      </pc:sldChg>
      <pc:sldChg chg="addSp delSp modSp new mod">
        <pc:chgData name="Chi-Ching Lee" userId="7309231c4353d1c0" providerId="LiveId" clId="{751CF3F6-7007-544F-805C-0A414E9B8141}" dt="2024-04-25T12:06:19.430" v="577"/>
        <pc:sldMkLst>
          <pc:docMk/>
          <pc:sldMk cId="1819931254" sldId="540"/>
        </pc:sldMkLst>
        <pc:spChg chg="mod">
          <ac:chgData name="Chi-Ching Lee" userId="7309231c4353d1c0" providerId="LiveId" clId="{751CF3F6-7007-544F-805C-0A414E9B8141}" dt="2024-04-25T12:05:43.368" v="571" actId="27636"/>
          <ac:spMkLst>
            <pc:docMk/>
            <pc:sldMk cId="1819931254" sldId="540"/>
            <ac:spMk id="2" creationId="{B787F5F1-5FCF-3ABD-42E5-3B18D397400C}"/>
          </ac:spMkLst>
        </pc:spChg>
        <pc:spChg chg="del">
          <ac:chgData name="Chi-Ching Lee" userId="7309231c4353d1c0" providerId="LiveId" clId="{751CF3F6-7007-544F-805C-0A414E9B8141}" dt="2024-04-25T12:05:37.096" v="565"/>
          <ac:spMkLst>
            <pc:docMk/>
            <pc:sldMk cId="1819931254" sldId="540"/>
            <ac:spMk id="3" creationId="{FE6E3D80-847E-39BC-2C54-560FD549ECBA}"/>
          </ac:spMkLst>
        </pc:spChg>
        <pc:spChg chg="add mod">
          <ac:chgData name="Chi-Ching Lee" userId="7309231c4353d1c0" providerId="LiveId" clId="{751CF3F6-7007-544F-805C-0A414E9B8141}" dt="2024-04-25T12:06:10.305" v="574" actId="207"/>
          <ac:spMkLst>
            <pc:docMk/>
            <pc:sldMk cId="1819931254" sldId="540"/>
            <ac:spMk id="7" creationId="{C1673DE7-3FFB-120A-1100-C6AF7213F4A4}"/>
          </ac:spMkLst>
        </pc:spChg>
        <pc:spChg chg="add mod">
          <ac:chgData name="Chi-Ching Lee" userId="7309231c4353d1c0" providerId="LiveId" clId="{751CF3F6-7007-544F-805C-0A414E9B8141}" dt="2024-04-25T12:06:19.430" v="577"/>
          <ac:spMkLst>
            <pc:docMk/>
            <pc:sldMk cId="1819931254" sldId="540"/>
            <ac:spMk id="8" creationId="{BC29DCF6-32A1-AFC0-DB00-BFE256BD5EDB}"/>
          </ac:spMkLst>
        </pc:spChg>
        <pc:picChg chg="add mod">
          <ac:chgData name="Chi-Ching Lee" userId="7309231c4353d1c0" providerId="LiveId" clId="{751CF3F6-7007-544F-805C-0A414E9B8141}" dt="2024-04-25T12:05:38.941" v="566" actId="14100"/>
          <ac:picMkLst>
            <pc:docMk/>
            <pc:sldMk cId="1819931254" sldId="540"/>
            <ac:picMk id="5" creationId="{7523513A-5A22-6C45-679F-5851D7707DF3}"/>
          </ac:picMkLst>
        </pc:picChg>
      </pc:sldChg>
      <pc:sldChg chg="addSp delSp modSp new mod ord">
        <pc:chgData name="Chi-Ching Lee" userId="7309231c4353d1c0" providerId="LiveId" clId="{751CF3F6-7007-544F-805C-0A414E9B8141}" dt="2024-04-25T12:18:37.512" v="644" actId="20578"/>
        <pc:sldMkLst>
          <pc:docMk/>
          <pc:sldMk cId="2451135910" sldId="541"/>
        </pc:sldMkLst>
        <pc:spChg chg="del">
          <ac:chgData name="Chi-Ching Lee" userId="7309231c4353d1c0" providerId="LiveId" clId="{751CF3F6-7007-544F-805C-0A414E9B8141}" dt="2024-04-25T12:11:52.771" v="593" actId="478"/>
          <ac:spMkLst>
            <pc:docMk/>
            <pc:sldMk cId="2451135910" sldId="541"/>
            <ac:spMk id="2" creationId="{08960E33-1EF6-FABE-F8D1-7C06AAA76EA4}"/>
          </ac:spMkLst>
        </pc:spChg>
        <pc:spChg chg="mod">
          <ac:chgData name="Chi-Ching Lee" userId="7309231c4353d1c0" providerId="LiveId" clId="{751CF3F6-7007-544F-805C-0A414E9B8141}" dt="2024-04-25T12:18:21.537" v="643" actId="14100"/>
          <ac:spMkLst>
            <pc:docMk/>
            <pc:sldMk cId="2451135910" sldId="541"/>
            <ac:spMk id="3" creationId="{BF2568B3-078E-7DF6-C653-BA407EF400EC}"/>
          </ac:spMkLst>
        </pc:spChg>
        <pc:spChg chg="add mod">
          <ac:chgData name="Chi-Ching Lee" userId="7309231c4353d1c0" providerId="LiveId" clId="{751CF3F6-7007-544F-805C-0A414E9B8141}" dt="2024-04-25T12:14:37.098" v="617" actId="1076"/>
          <ac:spMkLst>
            <pc:docMk/>
            <pc:sldMk cId="2451135910" sldId="541"/>
            <ac:spMk id="5" creationId="{7DA3D11E-422B-4B49-7508-46AFE0AF06D1}"/>
          </ac:spMkLst>
        </pc:spChg>
      </pc:sldChg>
      <pc:sldChg chg="addSp delSp modSp new mod">
        <pc:chgData name="Chi-Ching Lee" userId="7309231c4353d1c0" providerId="LiveId" clId="{751CF3F6-7007-544F-805C-0A414E9B8141}" dt="2024-04-25T12:15:34.153" v="627" actId="1076"/>
        <pc:sldMkLst>
          <pc:docMk/>
          <pc:sldMk cId="49651386" sldId="542"/>
        </pc:sldMkLst>
        <pc:spChg chg="mod">
          <ac:chgData name="Chi-Ching Lee" userId="7309231c4353d1c0" providerId="LiveId" clId="{751CF3F6-7007-544F-805C-0A414E9B8141}" dt="2024-04-25T12:15:22.335" v="626" actId="14100"/>
          <ac:spMkLst>
            <pc:docMk/>
            <pc:sldMk cId="49651386" sldId="542"/>
            <ac:spMk id="2" creationId="{E35DFFDD-27F0-6C61-6130-AB0394A7395D}"/>
          </ac:spMkLst>
        </pc:spChg>
        <pc:spChg chg="del">
          <ac:chgData name="Chi-Ching Lee" userId="7309231c4353d1c0" providerId="LiveId" clId="{751CF3F6-7007-544F-805C-0A414E9B8141}" dt="2024-04-25T12:15:07.072" v="622"/>
          <ac:spMkLst>
            <pc:docMk/>
            <pc:sldMk cId="49651386" sldId="542"/>
            <ac:spMk id="3" creationId="{62E325C3-DB09-495D-9BA8-8E9C09C8EE04}"/>
          </ac:spMkLst>
        </pc:spChg>
        <pc:spChg chg="add mod">
          <ac:chgData name="Chi-Ching Lee" userId="7309231c4353d1c0" providerId="LiveId" clId="{751CF3F6-7007-544F-805C-0A414E9B8141}" dt="2024-04-25T12:14:47.472" v="621" actId="20577"/>
          <ac:spMkLst>
            <pc:docMk/>
            <pc:sldMk cId="49651386" sldId="542"/>
            <ac:spMk id="6" creationId="{7F1EF61E-717D-62B7-0314-62BC414FDB49}"/>
          </ac:spMkLst>
        </pc:spChg>
        <pc:picChg chg="add mod">
          <ac:chgData name="Chi-Ching Lee" userId="7309231c4353d1c0" providerId="LiveId" clId="{751CF3F6-7007-544F-805C-0A414E9B8141}" dt="2024-04-25T12:15:34.153" v="627" actId="1076"/>
          <ac:picMkLst>
            <pc:docMk/>
            <pc:sldMk cId="49651386" sldId="542"/>
            <ac:picMk id="7" creationId="{D067D4EF-576F-670E-E9D7-D222F2989428}"/>
          </ac:picMkLst>
        </pc:picChg>
      </pc:sldChg>
      <pc:sldChg chg="addSp delSp modSp new mod">
        <pc:chgData name="Chi-Ching Lee" userId="7309231c4353d1c0" providerId="LiveId" clId="{751CF3F6-7007-544F-805C-0A414E9B8141}" dt="2024-04-25T12:16:29.882" v="636"/>
        <pc:sldMkLst>
          <pc:docMk/>
          <pc:sldMk cId="3926760622" sldId="543"/>
        </pc:sldMkLst>
        <pc:spChg chg="del">
          <ac:chgData name="Chi-Ching Lee" userId="7309231c4353d1c0" providerId="LiveId" clId="{751CF3F6-7007-544F-805C-0A414E9B8141}" dt="2024-04-25T12:16:14.835" v="629"/>
          <ac:spMkLst>
            <pc:docMk/>
            <pc:sldMk cId="3926760622" sldId="543"/>
            <ac:spMk id="3" creationId="{75715F51-9BB6-5B96-1728-8D9A09C24076}"/>
          </ac:spMkLst>
        </pc:spChg>
        <pc:spChg chg="add del mod">
          <ac:chgData name="Chi-Ching Lee" userId="7309231c4353d1c0" providerId="LiveId" clId="{751CF3F6-7007-544F-805C-0A414E9B8141}" dt="2024-04-25T12:16:22.933" v="632" actId="478"/>
          <ac:spMkLst>
            <pc:docMk/>
            <pc:sldMk cId="3926760622" sldId="543"/>
            <ac:spMk id="7" creationId="{FDED8D1D-C241-61BC-6A94-3BCD9C1F052F}"/>
          </ac:spMkLst>
        </pc:spChg>
        <pc:spChg chg="add mod">
          <ac:chgData name="Chi-Ching Lee" userId="7309231c4353d1c0" providerId="LiveId" clId="{751CF3F6-7007-544F-805C-0A414E9B8141}" dt="2024-04-25T12:16:29.882" v="636"/>
          <ac:spMkLst>
            <pc:docMk/>
            <pc:sldMk cId="3926760622" sldId="543"/>
            <ac:spMk id="9" creationId="{CE4DFD0D-7C73-1ABD-D542-77D83572AC20}"/>
          </ac:spMkLst>
        </pc:spChg>
        <pc:picChg chg="add del mod">
          <ac:chgData name="Chi-Ching Lee" userId="7309231c4353d1c0" providerId="LiveId" clId="{751CF3F6-7007-544F-805C-0A414E9B8141}" dt="2024-04-25T12:16:20.646" v="630" actId="478"/>
          <ac:picMkLst>
            <pc:docMk/>
            <pc:sldMk cId="3926760622" sldId="543"/>
            <ac:picMk id="5" creationId="{09734581-EAE6-E6D7-B551-C86CFBD6D573}"/>
          </ac:picMkLst>
        </pc:picChg>
        <pc:picChg chg="add mod">
          <ac:chgData name="Chi-Ching Lee" userId="7309231c4353d1c0" providerId="LiveId" clId="{751CF3F6-7007-544F-805C-0A414E9B8141}" dt="2024-04-25T12:16:27.052" v="635" actId="1076"/>
          <ac:picMkLst>
            <pc:docMk/>
            <pc:sldMk cId="3926760622" sldId="543"/>
            <ac:picMk id="8" creationId="{EF608ABE-8E43-150A-429F-A320C9967E23}"/>
          </ac:picMkLst>
        </pc:picChg>
      </pc:sldChg>
      <pc:sldChg chg="addSp delSp modSp new mod ord">
        <pc:chgData name="Chi-Ching Lee" userId="7309231c4353d1c0" providerId="LiveId" clId="{751CF3F6-7007-544F-805C-0A414E9B8141}" dt="2024-04-25T12:18:39.197" v="645" actId="20578"/>
        <pc:sldMkLst>
          <pc:docMk/>
          <pc:sldMk cId="3407582349" sldId="544"/>
        </pc:sldMkLst>
        <pc:spChg chg="del">
          <ac:chgData name="Chi-Ching Lee" userId="7309231c4353d1c0" providerId="LiveId" clId="{751CF3F6-7007-544F-805C-0A414E9B8141}" dt="2024-04-25T12:17:10.930" v="642" actId="478"/>
          <ac:spMkLst>
            <pc:docMk/>
            <pc:sldMk cId="3407582349" sldId="544"/>
            <ac:spMk id="2" creationId="{0304C5D9-269B-39AB-3E84-B2F7B0D3700F}"/>
          </ac:spMkLst>
        </pc:spChg>
        <pc:spChg chg="del">
          <ac:chgData name="Chi-Ching Lee" userId="7309231c4353d1c0" providerId="LiveId" clId="{751CF3F6-7007-544F-805C-0A414E9B8141}" dt="2024-04-25T12:17:05.767" v="638"/>
          <ac:spMkLst>
            <pc:docMk/>
            <pc:sldMk cId="3407582349" sldId="544"/>
            <ac:spMk id="3" creationId="{DA250C67-B1A2-3F35-917B-6948C6EDD942}"/>
          </ac:spMkLst>
        </pc:spChg>
        <pc:picChg chg="add mod">
          <ac:chgData name="Chi-Ching Lee" userId="7309231c4353d1c0" providerId="LiveId" clId="{751CF3F6-7007-544F-805C-0A414E9B8141}" dt="2024-04-25T12:17:09.294" v="641" actId="1076"/>
          <ac:picMkLst>
            <pc:docMk/>
            <pc:sldMk cId="3407582349" sldId="544"/>
            <ac:picMk id="5" creationId="{83D53166-6988-FE98-DA6A-9E426D8EEE8E}"/>
          </ac:picMkLst>
        </pc:picChg>
      </pc:sldChg>
    </pc:docChg>
  </pc:docChgLst>
  <pc:docChgLst>
    <pc:chgData name="Chi-Ching Lee" userId="7309231c4353d1c0" providerId="LiveId" clId="{61B04BE2-F47E-7A45-BE9E-0618168399B4}"/>
    <pc:docChg chg="undo custSel addSld delSld modSld delMainMaster">
      <pc:chgData name="Chi-Ching Lee" userId="7309231c4353d1c0" providerId="LiveId" clId="{61B04BE2-F47E-7A45-BE9E-0618168399B4}" dt="2024-05-10T05:05:47.835" v="511" actId="404"/>
      <pc:docMkLst>
        <pc:docMk/>
      </pc:docMkLst>
      <pc:sldChg chg="del">
        <pc:chgData name="Chi-Ching Lee" userId="7309231c4353d1c0" providerId="LiveId" clId="{61B04BE2-F47E-7A45-BE9E-0618168399B4}" dt="2024-05-10T04:53:11.588" v="0" actId="2696"/>
        <pc:sldMkLst>
          <pc:docMk/>
          <pc:sldMk cId="3729187678" sldId="256"/>
        </pc:sldMkLst>
      </pc:sldChg>
      <pc:sldChg chg="del">
        <pc:chgData name="Chi-Ching Lee" userId="7309231c4353d1c0" providerId="LiveId" clId="{61B04BE2-F47E-7A45-BE9E-0618168399B4}" dt="2024-05-10T04:53:11.611" v="9" actId="2696"/>
        <pc:sldMkLst>
          <pc:docMk/>
          <pc:sldMk cId="1880695024" sldId="257"/>
        </pc:sldMkLst>
      </pc:sldChg>
      <pc:sldChg chg="del">
        <pc:chgData name="Chi-Ching Lee" userId="7309231c4353d1c0" providerId="LiveId" clId="{61B04BE2-F47E-7A45-BE9E-0618168399B4}" dt="2024-05-10T04:53:11.591" v="4" actId="2696"/>
        <pc:sldMkLst>
          <pc:docMk/>
          <pc:sldMk cId="821934064" sldId="258"/>
        </pc:sldMkLst>
      </pc:sldChg>
      <pc:sldChg chg="del">
        <pc:chgData name="Chi-Ching Lee" userId="7309231c4353d1c0" providerId="LiveId" clId="{61B04BE2-F47E-7A45-BE9E-0618168399B4}" dt="2024-05-10T04:53:11.597" v="6" actId="2696"/>
        <pc:sldMkLst>
          <pc:docMk/>
          <pc:sldMk cId="3118337963" sldId="260"/>
        </pc:sldMkLst>
      </pc:sldChg>
      <pc:sldChg chg="del">
        <pc:chgData name="Chi-Ching Lee" userId="7309231c4353d1c0" providerId="LiveId" clId="{61B04BE2-F47E-7A45-BE9E-0618168399B4}" dt="2024-05-10T04:53:11.598" v="7" actId="2696"/>
        <pc:sldMkLst>
          <pc:docMk/>
          <pc:sldMk cId="2308724289" sldId="261"/>
        </pc:sldMkLst>
      </pc:sldChg>
      <pc:sldChg chg="del">
        <pc:chgData name="Chi-Ching Lee" userId="7309231c4353d1c0" providerId="LiveId" clId="{61B04BE2-F47E-7A45-BE9E-0618168399B4}" dt="2024-05-10T04:53:11.590" v="1" actId="2696"/>
        <pc:sldMkLst>
          <pc:docMk/>
          <pc:sldMk cId="160295374" sldId="262"/>
        </pc:sldMkLst>
      </pc:sldChg>
      <pc:sldChg chg="addSp delSp modSp mod">
        <pc:chgData name="Chi-Ching Lee" userId="7309231c4353d1c0" providerId="LiveId" clId="{61B04BE2-F47E-7A45-BE9E-0618168399B4}" dt="2024-05-10T05:05:31.323" v="508" actId="13926"/>
        <pc:sldMkLst>
          <pc:docMk/>
          <pc:sldMk cId="3777017725" sldId="279"/>
        </pc:sldMkLst>
        <pc:spChg chg="mod">
          <ac:chgData name="Chi-Ching Lee" userId="7309231c4353d1c0" providerId="LiveId" clId="{61B04BE2-F47E-7A45-BE9E-0618168399B4}" dt="2024-05-10T04:53:15.605" v="30" actId="20577"/>
          <ac:spMkLst>
            <pc:docMk/>
            <pc:sldMk cId="3777017725" sldId="279"/>
            <ac:spMk id="2" creationId="{C051C653-5A34-A853-C569-6D61F1EE06C0}"/>
          </ac:spMkLst>
        </pc:spChg>
        <pc:spChg chg="del mod">
          <ac:chgData name="Chi-Ching Lee" userId="7309231c4353d1c0" providerId="LiveId" clId="{61B04BE2-F47E-7A45-BE9E-0618168399B4}" dt="2024-05-10T04:58:10.230" v="430" actId="21"/>
          <ac:spMkLst>
            <pc:docMk/>
            <pc:sldMk cId="3777017725" sldId="279"/>
            <ac:spMk id="3" creationId="{7A0A7DE3-298A-6040-CD21-C1C22CBC7898}"/>
          </ac:spMkLst>
        </pc:spChg>
        <pc:spChg chg="add del mod">
          <ac:chgData name="Chi-Ching Lee" userId="7309231c4353d1c0" providerId="LiveId" clId="{61B04BE2-F47E-7A45-BE9E-0618168399B4}" dt="2024-05-10T04:58:19.188" v="434" actId="478"/>
          <ac:spMkLst>
            <pc:docMk/>
            <pc:sldMk cId="3777017725" sldId="279"/>
            <ac:spMk id="5" creationId="{561A8EE5-A47F-8761-3383-F620D380B7B1}"/>
          </ac:spMkLst>
        </pc:spChg>
        <pc:spChg chg="mod">
          <ac:chgData name="Chi-Ching Lee" userId="7309231c4353d1c0" providerId="LiveId" clId="{61B04BE2-F47E-7A45-BE9E-0618168399B4}" dt="2024-05-10T05:05:31.323" v="508" actId="13926"/>
          <ac:spMkLst>
            <pc:docMk/>
            <pc:sldMk cId="3777017725" sldId="279"/>
            <ac:spMk id="11" creationId="{2D2906F6-C570-AD7C-2BF9-6DEF564DCD37}"/>
          </ac:spMkLst>
        </pc:spChg>
      </pc:sldChg>
      <pc:sldChg chg="addSp delSp modSp new mod">
        <pc:chgData name="Chi-Ching Lee" userId="7309231c4353d1c0" providerId="LiveId" clId="{61B04BE2-F47E-7A45-BE9E-0618168399B4}" dt="2024-05-10T05:05:47.835" v="511" actId="404"/>
        <pc:sldMkLst>
          <pc:docMk/>
          <pc:sldMk cId="3898502881" sldId="280"/>
        </pc:sldMkLst>
        <pc:spChg chg="del">
          <ac:chgData name="Chi-Ching Lee" userId="7309231c4353d1c0" providerId="LiveId" clId="{61B04BE2-F47E-7A45-BE9E-0618168399B4}" dt="2024-05-10T05:01:11.838" v="478" actId="478"/>
          <ac:spMkLst>
            <pc:docMk/>
            <pc:sldMk cId="3898502881" sldId="280"/>
            <ac:spMk id="2" creationId="{2E97427F-C346-7E92-C6A5-7844DB84BBD5}"/>
          </ac:spMkLst>
        </pc:spChg>
        <pc:spChg chg="del">
          <ac:chgData name="Chi-Ching Lee" userId="7309231c4353d1c0" providerId="LiveId" clId="{61B04BE2-F47E-7A45-BE9E-0618168399B4}" dt="2024-05-10T04:58:15.297" v="432"/>
          <ac:spMkLst>
            <pc:docMk/>
            <pc:sldMk cId="3898502881" sldId="280"/>
            <ac:spMk id="3" creationId="{E9130284-9A29-EBD4-21AD-BD470EA4AC2B}"/>
          </ac:spMkLst>
        </pc:spChg>
        <pc:spChg chg="add mod">
          <ac:chgData name="Chi-Ching Lee" userId="7309231c4353d1c0" providerId="LiveId" clId="{61B04BE2-F47E-7A45-BE9E-0618168399B4}" dt="2024-05-10T05:05:47.835" v="511" actId="404"/>
          <ac:spMkLst>
            <pc:docMk/>
            <pc:sldMk cId="3898502881" sldId="280"/>
            <ac:spMk id="5" creationId="{B04DE067-1D30-3F07-AE36-5FEF9016CD5C}"/>
          </ac:spMkLst>
        </pc:spChg>
        <pc:spChg chg="add mod">
          <ac:chgData name="Chi-Ching Lee" userId="7309231c4353d1c0" providerId="LiveId" clId="{61B04BE2-F47E-7A45-BE9E-0618168399B4}" dt="2024-05-10T05:01:10.069" v="477"/>
          <ac:spMkLst>
            <pc:docMk/>
            <pc:sldMk cId="3898502881" sldId="280"/>
            <ac:spMk id="6" creationId="{27BCA58B-446F-1258-5240-BCED06F48D96}"/>
          </ac:spMkLst>
        </pc:spChg>
      </pc:sldChg>
      <pc:sldChg chg="del">
        <pc:chgData name="Chi-Ching Lee" userId="7309231c4353d1c0" providerId="LiveId" clId="{61B04BE2-F47E-7A45-BE9E-0618168399B4}" dt="2024-05-10T04:53:11.600" v="8" actId="2696"/>
        <pc:sldMkLst>
          <pc:docMk/>
          <pc:sldMk cId="1415759969" sldId="530"/>
        </pc:sldMkLst>
      </pc:sldChg>
      <pc:sldChg chg="del">
        <pc:chgData name="Chi-Ching Lee" userId="7309231c4353d1c0" providerId="LiveId" clId="{61B04BE2-F47E-7A45-BE9E-0618168399B4}" dt="2024-05-10T04:53:11.590" v="3" actId="2696"/>
        <pc:sldMkLst>
          <pc:docMk/>
          <pc:sldMk cId="1408305952" sldId="531"/>
        </pc:sldMkLst>
      </pc:sldChg>
      <pc:sldChg chg="del">
        <pc:chgData name="Chi-Ching Lee" userId="7309231c4353d1c0" providerId="LiveId" clId="{61B04BE2-F47E-7A45-BE9E-0618168399B4}" dt="2024-05-10T04:53:11.590" v="2" actId="2696"/>
        <pc:sldMkLst>
          <pc:docMk/>
          <pc:sldMk cId="1729263605" sldId="532"/>
        </pc:sldMkLst>
      </pc:sldChg>
      <pc:sldChg chg="del">
        <pc:chgData name="Chi-Ching Lee" userId="7309231c4353d1c0" providerId="LiveId" clId="{61B04BE2-F47E-7A45-BE9E-0618168399B4}" dt="2024-05-10T04:53:11.597" v="5" actId="2696"/>
        <pc:sldMkLst>
          <pc:docMk/>
          <pc:sldMk cId="1238014786" sldId="533"/>
        </pc:sldMkLst>
      </pc:sldChg>
      <pc:sldMasterChg chg="del delSldLayout">
        <pc:chgData name="Chi-Ching Lee" userId="7309231c4353d1c0" providerId="LiveId" clId="{61B04BE2-F47E-7A45-BE9E-0618168399B4}" dt="2024-05-10T04:53:11.616" v="21" actId="2696"/>
        <pc:sldMasterMkLst>
          <pc:docMk/>
          <pc:sldMasterMk cId="3259964814" sldId="2147483660"/>
        </pc:sldMasterMkLst>
        <pc:sldLayoutChg chg="del">
          <pc:chgData name="Chi-Ching Lee" userId="7309231c4353d1c0" providerId="LiveId" clId="{61B04BE2-F47E-7A45-BE9E-0618168399B4}" dt="2024-05-10T04:53:11.611" v="10" actId="2696"/>
          <pc:sldLayoutMkLst>
            <pc:docMk/>
            <pc:sldMasterMk cId="3259964814" sldId="2147483660"/>
            <pc:sldLayoutMk cId="2565269497" sldId="2147483661"/>
          </pc:sldLayoutMkLst>
        </pc:sldLayoutChg>
        <pc:sldLayoutChg chg="del">
          <pc:chgData name="Chi-Ching Lee" userId="7309231c4353d1c0" providerId="LiveId" clId="{61B04BE2-F47E-7A45-BE9E-0618168399B4}" dt="2024-05-10T04:53:11.612" v="11" actId="2696"/>
          <pc:sldLayoutMkLst>
            <pc:docMk/>
            <pc:sldMasterMk cId="3259964814" sldId="2147483660"/>
            <pc:sldLayoutMk cId="33159628" sldId="2147483662"/>
          </pc:sldLayoutMkLst>
        </pc:sldLayoutChg>
        <pc:sldLayoutChg chg="del">
          <pc:chgData name="Chi-Ching Lee" userId="7309231c4353d1c0" providerId="LiveId" clId="{61B04BE2-F47E-7A45-BE9E-0618168399B4}" dt="2024-05-10T04:53:11.612" v="12" actId="2696"/>
          <pc:sldLayoutMkLst>
            <pc:docMk/>
            <pc:sldMasterMk cId="3259964814" sldId="2147483660"/>
            <pc:sldLayoutMk cId="1653563839" sldId="2147483663"/>
          </pc:sldLayoutMkLst>
        </pc:sldLayoutChg>
        <pc:sldLayoutChg chg="del">
          <pc:chgData name="Chi-Ching Lee" userId="7309231c4353d1c0" providerId="LiveId" clId="{61B04BE2-F47E-7A45-BE9E-0618168399B4}" dt="2024-05-10T04:53:11.612" v="13" actId="2696"/>
          <pc:sldLayoutMkLst>
            <pc:docMk/>
            <pc:sldMasterMk cId="3259964814" sldId="2147483660"/>
            <pc:sldLayoutMk cId="3244789703" sldId="2147483664"/>
          </pc:sldLayoutMkLst>
        </pc:sldLayoutChg>
        <pc:sldLayoutChg chg="del">
          <pc:chgData name="Chi-Ching Lee" userId="7309231c4353d1c0" providerId="LiveId" clId="{61B04BE2-F47E-7A45-BE9E-0618168399B4}" dt="2024-05-10T04:53:11.613" v="14" actId="2696"/>
          <pc:sldLayoutMkLst>
            <pc:docMk/>
            <pc:sldMasterMk cId="3259964814" sldId="2147483660"/>
            <pc:sldLayoutMk cId="3793006684" sldId="2147483665"/>
          </pc:sldLayoutMkLst>
        </pc:sldLayoutChg>
        <pc:sldLayoutChg chg="del">
          <pc:chgData name="Chi-Ching Lee" userId="7309231c4353d1c0" providerId="LiveId" clId="{61B04BE2-F47E-7A45-BE9E-0618168399B4}" dt="2024-05-10T04:53:11.613" v="15" actId="2696"/>
          <pc:sldLayoutMkLst>
            <pc:docMk/>
            <pc:sldMasterMk cId="3259964814" sldId="2147483660"/>
            <pc:sldLayoutMk cId="3604358454" sldId="2147483666"/>
          </pc:sldLayoutMkLst>
        </pc:sldLayoutChg>
        <pc:sldLayoutChg chg="del">
          <pc:chgData name="Chi-Ching Lee" userId="7309231c4353d1c0" providerId="LiveId" clId="{61B04BE2-F47E-7A45-BE9E-0618168399B4}" dt="2024-05-10T04:53:11.614" v="16" actId="2696"/>
          <pc:sldLayoutMkLst>
            <pc:docMk/>
            <pc:sldMasterMk cId="3259964814" sldId="2147483660"/>
            <pc:sldLayoutMk cId="165381894" sldId="2147483667"/>
          </pc:sldLayoutMkLst>
        </pc:sldLayoutChg>
        <pc:sldLayoutChg chg="del">
          <pc:chgData name="Chi-Ching Lee" userId="7309231c4353d1c0" providerId="LiveId" clId="{61B04BE2-F47E-7A45-BE9E-0618168399B4}" dt="2024-05-10T04:53:11.614" v="17" actId="2696"/>
          <pc:sldLayoutMkLst>
            <pc:docMk/>
            <pc:sldMasterMk cId="3259964814" sldId="2147483660"/>
            <pc:sldLayoutMk cId="1939144939" sldId="2147483668"/>
          </pc:sldLayoutMkLst>
        </pc:sldLayoutChg>
        <pc:sldLayoutChg chg="del">
          <pc:chgData name="Chi-Ching Lee" userId="7309231c4353d1c0" providerId="LiveId" clId="{61B04BE2-F47E-7A45-BE9E-0618168399B4}" dt="2024-05-10T04:53:11.614" v="18" actId="2696"/>
          <pc:sldLayoutMkLst>
            <pc:docMk/>
            <pc:sldMasterMk cId="3259964814" sldId="2147483660"/>
            <pc:sldLayoutMk cId="3408974902" sldId="2147483669"/>
          </pc:sldLayoutMkLst>
        </pc:sldLayoutChg>
        <pc:sldLayoutChg chg="del">
          <pc:chgData name="Chi-Ching Lee" userId="7309231c4353d1c0" providerId="LiveId" clId="{61B04BE2-F47E-7A45-BE9E-0618168399B4}" dt="2024-05-10T04:53:11.615" v="19" actId="2696"/>
          <pc:sldLayoutMkLst>
            <pc:docMk/>
            <pc:sldMasterMk cId="3259964814" sldId="2147483660"/>
            <pc:sldLayoutMk cId="2576312562" sldId="2147483670"/>
          </pc:sldLayoutMkLst>
        </pc:sldLayoutChg>
        <pc:sldLayoutChg chg="del">
          <pc:chgData name="Chi-Ching Lee" userId="7309231c4353d1c0" providerId="LiveId" clId="{61B04BE2-F47E-7A45-BE9E-0618168399B4}" dt="2024-05-10T04:53:11.615" v="20" actId="2696"/>
          <pc:sldLayoutMkLst>
            <pc:docMk/>
            <pc:sldMasterMk cId="3259964814" sldId="2147483660"/>
            <pc:sldLayoutMk cId="275008198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EAFB9-F6E1-5C4C-AF31-6F6A53F58188}" type="datetimeFigureOut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311BA-962F-5D47-B157-3CE4B57B658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2210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311BA-962F-5D47-B157-3CE4B57B658B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5964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E218D1-04B3-CEF7-1AB5-472B1CFA0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F263152-FD8B-4F9A-D5AF-8C5ADE214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FA4434-865B-D8A2-1BEB-B08D0DDF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1BE4-78B9-4D4E-BA13-CA8BB471639A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231651-225F-BA54-3D6C-D76BE252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E76161-66EF-4C9A-1139-F825ECCB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01787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9E7F25-55D6-2D9E-DC43-C8C1DBDEA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7441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7B39D7-59EA-25EE-3463-859C9407A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21D221-BAD6-FB78-19EC-BDD78B5CD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3ACCA-7E7C-4365-AC62-BACE4048D6D9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A422C9-3ED2-07CF-3725-D8833993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A256EE-CE1D-F55B-411E-48068721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65558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19897B-2185-D0E3-2FC0-056ADDBB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33E61C-FF96-2E45-C34D-9DCBF87C3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7E3D9B-4D9A-E9E0-8351-61CBCF5B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4AA3A-EE77-49BB-B658-91970E560DC6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A0214E-2B7E-B2F4-5645-A8D6BB95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F5D442-AB8A-1422-8867-B5514B1A4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952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B192BF-A029-0919-03AD-08895DC4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F2372D-1DA2-5BC2-3AC8-CA47300C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1AE139E-79C5-B073-03AD-E7F33474F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4E6CBF-2A48-06F7-E433-F34A0A15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D3E37-CAE3-418D-B714-F7E4E096856E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0265C6-F53B-4F5A-4614-DB0A2BCC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55DBFD-CB77-33B0-651D-5EB41E58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001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08BEB-23A1-5ED6-9F83-AB6DDF8E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4CBEFD-7F2A-FA27-6051-F44C06D70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C692026-0786-DA19-3F01-79C8CE455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73885CD-193E-968F-5201-2E1EE5CCA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043C0BA-BC6D-66C1-C18B-AA9A33959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C94250C-3CFD-F698-D516-627907D77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14A2-C279-4208-B32C-936CCD469570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DB89B72-7950-0B51-904B-72235F2D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8F6F4A4-9980-FF61-8809-2DC248D5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5626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0D41B-467C-3A0F-0C6F-2C778679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49C945E-277F-746C-F430-5A4F5F3E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A9E1-3176-4B6D-B718-5B14AA11E13B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B861B21-7F44-6853-6728-AD7EC5AD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5D3244B-9BB3-E55C-C3FE-05452F21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451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B3B69C9-FD6B-2670-B89D-BAEE21AC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45B9-4129-4490-86D9-9FF71A247F4E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9A98854-9AC9-C395-B3D9-2A1FCCE31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C84B2E-C2B3-1F61-1B15-1109DCFD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9882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576323-04CE-D17C-8E69-328CCD45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11D46E-C5F2-7406-8D27-76E6A8E14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31422A-4D7B-3FEB-C833-2DF5DA59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7F215A2-29FE-C497-04B2-5698E011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C0AD-DB0D-4188-9E34-F5F2D6333F8E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EE3969C-4EB2-1B60-4CD7-A2C2A53D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814549-E0BE-F716-FA24-38C92A90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5712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B857B3-F1AC-F466-7B22-C201929C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A351F4A-49B9-6B45-8F70-15E9B3A6E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25A2E3-9D19-C8C0-85AC-9D6053BDD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D8DA4B-4717-327E-C3B3-375B6F54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4EA8D-3662-45E9-B7DB-1F3E0F7D6078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5C19A9-26CE-F806-F240-CCE248311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4DE6D0B-A31C-0490-5FFC-3419E5A1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291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C24457-9BC7-18A8-8E3F-EDB27981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D56417-F8A5-25F1-5ABD-88FA6501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84A69D-F5D0-1BEB-960D-A5775AA5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0ABC-FEA3-4407-A5F2-EAB90FE647E8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C6EF0A-6721-DF8D-D7AE-0FF4ECBA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FC15B3-F101-E6DC-BE9A-BA738388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2041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BF3BBB2-A068-DB98-9EE0-5494793A2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F77EEA-0CC6-6F9E-9DF0-398D42B5A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6A7B9E-FB8D-3DB9-3FBD-75CDC9F8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DEA61-6CFD-49FA-B4F4-F1A71D7B48B4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54F334-1A18-056B-0426-FBD95476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9AF2FB-81A0-396C-B75D-ED2BF8BB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212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9EE2EE2-5746-2A0C-ED5A-044192F5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27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234C0C-39EC-E3DA-0139-4CF7389A4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19503"/>
            <a:ext cx="10515600" cy="5157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6A6EC6-2D97-6434-9FC3-DB16D03FEE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DEA519E0-CBCF-4B23-B813-770354693BCB}" type="datetime1">
              <a:rPr kumimoji="1" lang="zh-TW" altLang="en-US" smtClean="0"/>
              <a:t>2024/5/10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F611A7-31CC-83AE-FC90-667D35106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333DB4-C236-7176-1155-7ABF32038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13B43C7B-CD00-F040-905B-AC976EC11E0E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976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51C653-5A34-A853-C569-6D61F1EE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3600" dirty="0"/>
              <a:t>Project:</a:t>
            </a:r>
            <a:endParaRPr kumimoji="1" lang="zh-TW" altLang="en-US" sz="3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595F07-D8DB-C8D4-332D-CBACC32E728D}"/>
              </a:ext>
            </a:extLst>
          </p:cNvPr>
          <p:cNvSpPr/>
          <p:nvPr/>
        </p:nvSpPr>
        <p:spPr>
          <a:xfrm>
            <a:off x="0" y="0"/>
            <a:ext cx="477078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2906F6-C570-AD7C-2BF9-6DEF564DCD37}"/>
              </a:ext>
            </a:extLst>
          </p:cNvPr>
          <p:cNvSpPr txBox="1"/>
          <p:nvPr/>
        </p:nvSpPr>
        <p:spPr>
          <a:xfrm>
            <a:off x="838200" y="1174671"/>
            <a:ext cx="10984455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Using AI to solve </a:t>
            </a:r>
            <a:r>
              <a:rPr lang="en-US" sz="2000" u="sng" dirty="0">
                <a:solidFill>
                  <a:srgbClr val="0D0D0D"/>
                </a:solidFill>
                <a:highlight>
                  <a:srgbClr val="FFFF00"/>
                </a:highlight>
                <a:latin typeface="Söhne"/>
              </a:rPr>
              <a:t>practical problems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:</a:t>
            </a:r>
          </a:p>
          <a:p>
            <a:endParaRPr lang="en-US" sz="20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D0D0D"/>
                </a:solidFill>
                <a:effectLst/>
                <a:latin typeface="Söhne"/>
              </a:rPr>
              <a:t>Necessity of addressing the problem:</a:t>
            </a:r>
            <a:r>
              <a:rPr lang="zh-TW" alt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altLang="zh-TW" b="0" i="0" u="none" strike="noStrike" dirty="0">
                <a:solidFill>
                  <a:srgbClr val="0D0D0D"/>
                </a:solidFill>
                <a:effectLst/>
                <a:latin typeface="Söhne"/>
              </a:rPr>
              <a:t>E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xplanation of the necessity of addressing the problem, including its impact and importance.</a:t>
            </a:r>
          </a:p>
          <a:p>
            <a:pPr algn="l">
              <a:buFont typeface="+mj-lt"/>
              <a:buAutoNum type="arabicPeriod"/>
            </a:pPr>
            <a:endParaRPr lang="en-US" b="0" i="0" u="none" strike="noStrike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D0D0D"/>
                </a:solidFill>
                <a:effectLst/>
                <a:latin typeface="Söhne"/>
              </a:rPr>
              <a:t>Competitor analysis: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 Analysis of existing solutions or competitors in the field, highlighting their strengths, weaknesses, and areas for improvement.</a:t>
            </a:r>
          </a:p>
          <a:p>
            <a:pPr algn="l">
              <a:buFont typeface="+mj-lt"/>
              <a:buAutoNum type="arabicPeriod"/>
            </a:pPr>
            <a:endParaRPr lang="en-US" b="0" i="0" u="none" strike="noStrike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Implementation plan: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u="sng" strike="noStrike" dirty="0">
                <a:solidFill>
                  <a:srgbClr val="0D0D0D"/>
                </a:solidFill>
                <a:effectLst/>
                <a:latin typeface="Söhne"/>
              </a:rPr>
              <a:t>Environment setup: 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Describe the setup required for implementing the selected models, including software, hardware, and data requirements.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u="sng" strike="noStrike" dirty="0">
                <a:solidFill>
                  <a:srgbClr val="0D0D0D"/>
                </a:solidFill>
                <a:effectLst/>
                <a:latin typeface="Söhne"/>
              </a:rPr>
              <a:t>Model training: 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Outline the process of training the chosen models, including data preprocessing, model selection, hyperparameter tuning, and evaluation metrics.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u="sng" strike="noStrike" dirty="0">
                <a:solidFill>
                  <a:srgbClr val="0D0D0D"/>
                </a:solidFill>
                <a:effectLst/>
                <a:latin typeface="Söhne"/>
              </a:rPr>
              <a:t>Prediction: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 Discuss how the trained models will be used to make predictions or solve the problem in real-world scenarios.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u="sng" strike="noStrike" dirty="0">
                <a:solidFill>
                  <a:srgbClr val="0D0D0D"/>
                </a:solidFill>
                <a:effectLst/>
                <a:latin typeface="Söhne"/>
              </a:rPr>
              <a:t>Performance analysis: 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Evaluate the performance of the models using appropriate metrics and compare them against each other and/or existing solutions.</a:t>
            </a:r>
          </a:p>
          <a:p>
            <a:pPr marL="742950" lvl="1" indent="-285750" algn="l">
              <a:buFont typeface="+mj-lt"/>
              <a:buAutoNum type="arabicPeriod"/>
            </a:pPr>
            <a:endParaRPr lang="en-US" b="0" i="0" u="none" strike="noStrike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Group composition: Form groups of 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highlight>
                  <a:srgbClr val="FFFF00"/>
                </a:highlight>
                <a:latin typeface="Söhne"/>
              </a:rPr>
              <a:t>1 to 3 individuals </a:t>
            </a:r>
            <a:r>
              <a:rPr 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to work on the project together.</a:t>
            </a:r>
          </a:p>
        </p:txBody>
      </p:sp>
    </p:spTree>
    <p:extLst>
      <p:ext uri="{BB962C8B-B14F-4D97-AF65-F5344CB8AC3E}">
        <p14:creationId xmlns:p14="http://schemas.microsoft.com/office/powerpoint/2010/main" val="3777017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DEBE7-8C00-CAAA-DD2C-46758E16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2</a:t>
            </a:fld>
            <a:endParaRPr kumimoji="1" lang="zh-TW" alt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04DE067-1D30-3F07-AE36-5FEF9016C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5218"/>
            <a:ext cx="10515600" cy="556084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zh-TW" sz="2000" b="1" dirty="0"/>
              <a:t>Evaluation criteria:</a:t>
            </a:r>
          </a:p>
          <a:p>
            <a:pPr>
              <a:lnSpc>
                <a:spcPct val="150000"/>
              </a:lnSpc>
            </a:pPr>
            <a:r>
              <a:rPr kumimoji="1" lang="en-US" altLang="zh-TW" sz="1800" b="1" dirty="0"/>
              <a:t>Peer evaluation:</a:t>
            </a:r>
            <a:r>
              <a:rPr kumimoji="1" lang="en-US" altLang="zh-TW" sz="1800" dirty="0"/>
              <a:t> Each group member evaluates the contributions of their peers based on factors such as teamwork, effort, and effectiveness.</a:t>
            </a:r>
          </a:p>
          <a:p>
            <a:pPr>
              <a:lnSpc>
                <a:spcPct val="150000"/>
              </a:lnSpc>
            </a:pPr>
            <a:r>
              <a:rPr kumimoji="1" lang="en-US" altLang="zh-TW" sz="1800" b="1" dirty="0"/>
              <a:t>Teacher evaluation:</a:t>
            </a:r>
            <a:r>
              <a:rPr kumimoji="1" lang="en-US" altLang="zh-TW" sz="1800" dirty="0"/>
              <a:t> The teacher evaluates the </a:t>
            </a:r>
            <a:r>
              <a:rPr kumimoji="1" lang="en-US" altLang="zh-TW" sz="1800" u="sng" dirty="0"/>
              <a:t>overall quality of the project</a:t>
            </a:r>
            <a:r>
              <a:rPr kumimoji="1" lang="en-US" altLang="zh-TW" sz="1800" dirty="0"/>
              <a:t>, including the thoroughness of the problem analysis, the clarity of the implementation plan, and the effectiveness of the chosen models.</a:t>
            </a:r>
          </a:p>
          <a:p>
            <a:pPr marL="0" indent="0">
              <a:buNone/>
            </a:pPr>
            <a:endParaRPr kumimoji="1" lang="en-US" altLang="zh-TW" sz="2000" dirty="0"/>
          </a:p>
          <a:p>
            <a:pPr marL="0" indent="0">
              <a:buNone/>
            </a:pPr>
            <a:endParaRPr kumimoji="1" lang="en-US" altLang="zh-TW" sz="2000" dirty="0"/>
          </a:p>
          <a:p>
            <a:pPr marL="0" indent="0">
              <a:buNone/>
            </a:pPr>
            <a:endParaRPr kumimoji="1" lang="en-US" altLang="zh-TW" sz="2000" dirty="0"/>
          </a:p>
          <a:p>
            <a:pPr marL="0" indent="0">
              <a:buNone/>
            </a:pPr>
            <a:r>
              <a:rPr kumimoji="1" lang="en-US" altLang="zh-TW" sz="2000" b="1" dirty="0"/>
              <a:t>Submission requirements: </a:t>
            </a:r>
            <a:endParaRPr kumimoji="1" lang="en-US" altLang="zh-TW" sz="2000" b="1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kumimoji="1" lang="en-US" altLang="zh-TW" sz="1800" dirty="0"/>
              <a:t>Slide</a:t>
            </a:r>
            <a:r>
              <a:rPr kumimoji="1" lang="zh-TW" altLang="en-US" sz="1800" dirty="0"/>
              <a:t>、</a:t>
            </a:r>
            <a:r>
              <a:rPr kumimoji="1" lang="en-US" altLang="zh-TW" sz="1800" dirty="0"/>
              <a:t>Code(s)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kumimoji="1" lang="en-US" altLang="zh-TW" sz="1800" dirty="0"/>
              <a:t>Upload to e-learning </a:t>
            </a:r>
            <a:r>
              <a:rPr kumimoji="1" lang="en-US" altLang="zh-TW" sz="1800" dirty="0">
                <a:solidFill>
                  <a:srgbClr val="FF0000"/>
                </a:solidFill>
              </a:rPr>
              <a:t>before</a:t>
            </a:r>
            <a:r>
              <a:rPr kumimoji="1" lang="en-US" altLang="zh-TW" sz="1800" dirty="0"/>
              <a:t> </a:t>
            </a:r>
            <a:r>
              <a:rPr kumimoji="1" lang="en-US" altLang="zh-TW" sz="1800" dirty="0">
                <a:solidFill>
                  <a:srgbClr val="FF0000"/>
                </a:solidFill>
                <a:highlight>
                  <a:srgbClr val="FFFF00"/>
                </a:highlight>
              </a:rPr>
              <a:t>6/7</a:t>
            </a:r>
            <a:r>
              <a:rPr kumimoji="1" lang="en-US" altLang="zh-TW" sz="1800" dirty="0">
                <a:solidFill>
                  <a:srgbClr val="FF0000"/>
                </a:solidFill>
              </a:rPr>
              <a:t> 14:10</a:t>
            </a:r>
          </a:p>
          <a:p>
            <a:pPr marL="514350" indent="-514350">
              <a:buAutoNum type="arabicPeriod"/>
            </a:pPr>
            <a:endParaRPr kumimoji="1" lang="zh-TW" altLang="en-US" dirty="0"/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27BCA58B-446F-1258-5240-BCED06F48D96}"/>
              </a:ext>
            </a:extLst>
          </p:cNvPr>
          <p:cNvSpPr/>
          <p:nvPr/>
        </p:nvSpPr>
        <p:spPr>
          <a:xfrm>
            <a:off x="0" y="0"/>
            <a:ext cx="477078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850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12842</TotalTime>
  <Words>247</Words>
  <Application>Microsoft Macintosh PowerPoint</Application>
  <PresentationFormat>Widescreen</PresentationFormat>
  <Paragraphs>25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Microsoft JhengHei</vt:lpstr>
      <vt:lpstr>Söhne</vt:lpstr>
      <vt:lpstr>Aptos</vt:lpstr>
      <vt:lpstr>Arial</vt:lpstr>
      <vt:lpstr>Office 佈景主題</vt:lpstr>
      <vt:lpstr>Project: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李季青</dc:creator>
  <cp:lastModifiedBy>李季青</cp:lastModifiedBy>
  <cp:revision>51</cp:revision>
  <dcterms:created xsi:type="dcterms:W3CDTF">2024-02-27T13:47:45Z</dcterms:created>
  <dcterms:modified xsi:type="dcterms:W3CDTF">2024-05-10T05:05:50Z</dcterms:modified>
</cp:coreProperties>
</file>