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0" r:id="rId3"/>
    <p:sldId id="259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1"/>
  </p:normalViewPr>
  <p:slideViewPr>
    <p:cSldViewPr snapToGrid="0">
      <p:cViewPr varScale="1">
        <p:scale>
          <a:sx n="82" d="100"/>
          <a:sy n="82" d="100"/>
        </p:scale>
        <p:origin x="12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C Lee" userId="7309231c4353d1c0" providerId="LiveId" clId="{695A7569-22E6-44F2-B214-AB3B1C88587D}"/>
    <pc:docChg chg="custSel modSld">
      <pc:chgData name="CC Lee" userId="7309231c4353d1c0" providerId="LiveId" clId="{695A7569-22E6-44F2-B214-AB3B1C88587D}" dt="2021-05-19T00:58:15.909" v="287" actId="113"/>
      <pc:docMkLst>
        <pc:docMk/>
      </pc:docMkLst>
      <pc:sldChg chg="modSp mod">
        <pc:chgData name="CC Lee" userId="7309231c4353d1c0" providerId="LiveId" clId="{695A7569-22E6-44F2-B214-AB3B1C88587D}" dt="2021-05-19T00:58:15.909" v="287" actId="113"/>
        <pc:sldMkLst>
          <pc:docMk/>
          <pc:sldMk cId="3409458226" sldId="256"/>
        </pc:sldMkLst>
        <pc:spChg chg="mod">
          <ac:chgData name="CC Lee" userId="7309231c4353d1c0" providerId="LiveId" clId="{695A7569-22E6-44F2-B214-AB3B1C88587D}" dt="2021-05-19T00:58:15.909" v="287" actId="113"/>
          <ac:spMkLst>
            <pc:docMk/>
            <pc:sldMk cId="3409458226" sldId="256"/>
            <ac:spMk id="2" creationId="{00000000-0000-0000-0000-000000000000}"/>
          </ac:spMkLst>
        </pc:spChg>
        <pc:spChg chg="mod">
          <ac:chgData name="CC Lee" userId="7309231c4353d1c0" providerId="LiveId" clId="{695A7569-22E6-44F2-B214-AB3B1C88587D}" dt="2021-05-19T00:58:14.161" v="286" actId="403"/>
          <ac:spMkLst>
            <pc:docMk/>
            <pc:sldMk cId="3409458226" sldId="256"/>
            <ac:spMk id="3" creationId="{00000000-0000-0000-0000-000000000000}"/>
          </ac:spMkLst>
        </pc:spChg>
      </pc:sldChg>
      <pc:sldChg chg="modSp mod">
        <pc:chgData name="CC Lee" userId="7309231c4353d1c0" providerId="LiveId" clId="{695A7569-22E6-44F2-B214-AB3B1C88587D}" dt="2021-05-19T00:57:01.160" v="182" actId="20577"/>
        <pc:sldMkLst>
          <pc:docMk/>
          <pc:sldMk cId="2969587588" sldId="257"/>
        </pc:sldMkLst>
        <pc:spChg chg="mod">
          <ac:chgData name="CC Lee" userId="7309231c4353d1c0" providerId="LiveId" clId="{695A7569-22E6-44F2-B214-AB3B1C88587D}" dt="2021-05-19T00:57:01.160" v="182" actId="20577"/>
          <ac:spMkLst>
            <pc:docMk/>
            <pc:sldMk cId="2969587588" sldId="257"/>
            <ac:spMk id="3" creationId="{00000000-0000-0000-0000-000000000000}"/>
          </ac:spMkLst>
        </pc:spChg>
      </pc:sldChg>
    </pc:docChg>
  </pc:docChgLst>
  <pc:docChgLst>
    <pc:chgData name="Chi-Ching Lee" userId="7309231c4353d1c0" providerId="LiveId" clId="{3BE47651-0863-4109-B346-FDAF3A696851}"/>
    <pc:docChg chg="custSel modSld">
      <pc:chgData name="Chi-Ching Lee" userId="7309231c4353d1c0" providerId="LiveId" clId="{3BE47651-0863-4109-B346-FDAF3A696851}" dt="2024-05-17T01:08:37.868" v="205" actId="20577"/>
      <pc:docMkLst>
        <pc:docMk/>
      </pc:docMkLst>
      <pc:sldChg chg="modSp mod">
        <pc:chgData name="Chi-Ching Lee" userId="7309231c4353d1c0" providerId="LiveId" clId="{3BE47651-0863-4109-B346-FDAF3A696851}" dt="2024-05-17T01:07:24.149" v="81" actId="20577"/>
        <pc:sldMkLst>
          <pc:docMk/>
          <pc:sldMk cId="2969587588" sldId="257"/>
        </pc:sldMkLst>
        <pc:spChg chg="mod">
          <ac:chgData name="Chi-Ching Lee" userId="7309231c4353d1c0" providerId="LiveId" clId="{3BE47651-0863-4109-B346-FDAF3A696851}" dt="2024-05-17T01:07:24.149" v="81" actId="20577"/>
          <ac:spMkLst>
            <pc:docMk/>
            <pc:sldMk cId="2969587588" sldId="257"/>
            <ac:spMk id="3" creationId="{00000000-0000-0000-0000-000000000000}"/>
          </ac:spMkLst>
        </pc:spChg>
      </pc:sldChg>
      <pc:sldChg chg="modSp mod">
        <pc:chgData name="Chi-Ching Lee" userId="7309231c4353d1c0" providerId="LiveId" clId="{3BE47651-0863-4109-B346-FDAF3A696851}" dt="2024-05-17T01:06:11.305" v="5" actId="20577"/>
        <pc:sldMkLst>
          <pc:docMk/>
          <pc:sldMk cId="1183927238" sldId="259"/>
        </pc:sldMkLst>
        <pc:spChg chg="mod">
          <ac:chgData name="Chi-Ching Lee" userId="7309231c4353d1c0" providerId="LiveId" clId="{3BE47651-0863-4109-B346-FDAF3A696851}" dt="2024-05-17T01:06:11.305" v="5" actId="20577"/>
          <ac:spMkLst>
            <pc:docMk/>
            <pc:sldMk cId="1183927238" sldId="259"/>
            <ac:spMk id="2" creationId="{C185441E-BCEA-4316-9712-A32B9C15950E}"/>
          </ac:spMkLst>
        </pc:spChg>
      </pc:sldChg>
      <pc:sldChg chg="delSp modSp mod">
        <pc:chgData name="Chi-Ching Lee" userId="7309231c4353d1c0" providerId="LiveId" clId="{3BE47651-0863-4109-B346-FDAF3A696851}" dt="2024-05-17T01:08:37.868" v="205" actId="20577"/>
        <pc:sldMkLst>
          <pc:docMk/>
          <pc:sldMk cId="4097066958" sldId="260"/>
        </pc:sldMkLst>
        <pc:spChg chg="mod">
          <ac:chgData name="Chi-Ching Lee" userId="7309231c4353d1c0" providerId="LiveId" clId="{3BE47651-0863-4109-B346-FDAF3A696851}" dt="2024-05-17T01:07:34.195" v="89" actId="20577"/>
          <ac:spMkLst>
            <pc:docMk/>
            <pc:sldMk cId="4097066958" sldId="260"/>
            <ac:spMk id="2" creationId="{B980430C-C30B-2181-9448-4D720B57EEBB}"/>
          </ac:spMkLst>
        </pc:spChg>
        <pc:spChg chg="mod">
          <ac:chgData name="Chi-Ching Lee" userId="7309231c4353d1c0" providerId="LiveId" clId="{3BE47651-0863-4109-B346-FDAF3A696851}" dt="2024-05-17T01:08:37.868" v="205" actId="20577"/>
          <ac:spMkLst>
            <pc:docMk/>
            <pc:sldMk cId="4097066958" sldId="260"/>
            <ac:spMk id="3" creationId="{AF30C6AB-AD6F-701F-D149-124E6FAD043B}"/>
          </ac:spMkLst>
        </pc:spChg>
        <pc:picChg chg="del">
          <ac:chgData name="Chi-Ching Lee" userId="7309231c4353d1c0" providerId="LiveId" clId="{3BE47651-0863-4109-B346-FDAF3A696851}" dt="2024-05-17T01:06:16.945" v="6" actId="478"/>
          <ac:picMkLst>
            <pc:docMk/>
            <pc:sldMk cId="4097066958" sldId="260"/>
            <ac:picMk id="4" creationId="{DB3DA192-E786-8FF6-0DBC-88EB8C9FD21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9468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886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891159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646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793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8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27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89287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147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734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170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E8C28C1-FD8C-40D6-A84B-7CC518D29199}" type="datetimeFigureOut">
              <a:rPr lang="zh-TW" altLang="en-US" smtClean="0"/>
              <a:t>2024/5/17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0DFD78-1C67-459D-B501-E3FAF97293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6491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8758" y="142875"/>
            <a:ext cx="7633742" cy="66293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TW" altLang="en-US" sz="3900" b="1" dirty="0"/>
              <a:t>期末報告</a:t>
            </a:r>
            <a:endParaRPr lang="en-US" altLang="zh-TW" sz="3900" b="1" dirty="0"/>
          </a:p>
          <a:p>
            <a:r>
              <a:rPr lang="en-US" altLang="zh-TW" sz="2400" dirty="0"/>
              <a:t>1~3</a:t>
            </a:r>
            <a:r>
              <a:rPr lang="zh-TW" altLang="en-US" sz="2400" dirty="0"/>
              <a:t> 位同學一組</a:t>
            </a:r>
            <a:endParaRPr lang="en-US" altLang="zh-TW" sz="2400" dirty="0"/>
          </a:p>
          <a:p>
            <a:pPr marL="0" indent="0">
              <a:buNone/>
            </a:pPr>
            <a:endParaRPr lang="en-US" altLang="zh-TW" sz="2400" dirty="0"/>
          </a:p>
          <a:p>
            <a:r>
              <a:rPr lang="zh-TW" altLang="en-US" sz="2400" dirty="0"/>
              <a:t>使用的技術</a:t>
            </a:r>
            <a:r>
              <a:rPr lang="en-US" altLang="zh-TW" sz="2400" dirty="0"/>
              <a:t>: </a:t>
            </a:r>
            <a:r>
              <a:rPr lang="zh-TW" altLang="en-US" sz="2400" dirty="0"/>
              <a:t>上課教過的技術都可以使用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>
                <a:highlight>
                  <a:srgbClr val="FFFF00"/>
                </a:highlight>
              </a:rPr>
              <a:t>5/31</a:t>
            </a:r>
            <a:r>
              <a:rPr lang="zh-TW" altLang="en-US" sz="2400" dirty="0">
                <a:highlight>
                  <a:srgbClr val="FFFF00"/>
                </a:highlight>
              </a:rPr>
              <a:t> 前跟老師討論</a:t>
            </a:r>
            <a:r>
              <a:rPr lang="zh-TW" altLang="en-US" sz="2400" dirty="0"/>
              <a:t>提案 </a:t>
            </a:r>
            <a:endParaRPr lang="en-US" altLang="zh-TW" sz="2400" dirty="0"/>
          </a:p>
          <a:p>
            <a:pPr lvl="1"/>
            <a:r>
              <a:rPr lang="zh-TW" altLang="en-US" sz="2200" dirty="0"/>
              <a:t>選題動機</a:t>
            </a:r>
            <a:endParaRPr lang="en-US" altLang="zh-TW" sz="2200" dirty="0"/>
          </a:p>
          <a:p>
            <a:pPr lvl="1"/>
            <a:r>
              <a:rPr lang="zh-TW" altLang="en-US" sz="2200" dirty="0"/>
              <a:t>使用到的技術</a:t>
            </a:r>
            <a:endParaRPr lang="en-US" altLang="zh-TW" sz="2200" dirty="0"/>
          </a:p>
          <a:p>
            <a:pPr lvl="1"/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969587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80430C-C30B-2181-9448-4D720B57E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766191"/>
          </a:xfrm>
        </p:spPr>
        <p:txBody>
          <a:bodyPr>
            <a:normAutofit fontScale="90000"/>
          </a:bodyPr>
          <a:lstStyle/>
          <a:p>
            <a:r>
              <a:rPr kumimoji="1" lang="zh-TW" altLang="en-US" dirty="0"/>
              <a:t>題目方向：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30C6AB-AD6F-701F-D149-124E6FAD0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58" y="1349298"/>
            <a:ext cx="7633742" cy="4530295"/>
          </a:xfrm>
        </p:spPr>
        <p:txBody>
          <a:bodyPr/>
          <a:lstStyle/>
          <a:p>
            <a:r>
              <a:rPr kumimoji="1" lang="en-US" altLang="zh-TW"/>
              <a:t>Mini-project</a:t>
            </a:r>
            <a:r>
              <a:rPr kumimoji="1" lang="zh-TW" altLang="en-US"/>
              <a:t> </a:t>
            </a:r>
            <a:r>
              <a:rPr kumimoji="1" lang="zh-TW" altLang="en-US" dirty="0"/>
              <a:t>延伸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分散式帳本程式補完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實際安裝一個</a:t>
            </a:r>
            <a:r>
              <a:rPr kumimoji="1" lang="en-US" altLang="zh-TW" dirty="0"/>
              <a:t>Queuing system</a:t>
            </a:r>
            <a:r>
              <a:rPr kumimoji="1" lang="zh-TW" altLang="en-US" dirty="0"/>
              <a:t>，跟</a:t>
            </a:r>
            <a:r>
              <a:rPr kumimoji="1" lang="en-US" altLang="zh-TW" dirty="0"/>
              <a:t>mini project </a:t>
            </a:r>
            <a:r>
              <a:rPr kumimoji="1" lang="zh-TW" altLang="en-US" dirty="0"/>
              <a:t>的系統做比較</a:t>
            </a:r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706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5441E-BCEA-4316-9712-A32B9C159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6/7</a:t>
            </a:r>
            <a:r>
              <a:rPr lang="zh-TW" altLang="en-US" dirty="0"/>
              <a:t> 期末報告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C28CA7-272D-4C51-AC9B-74D4C46E5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58" y="1679332"/>
            <a:ext cx="7633742" cy="4200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10 </a:t>
            </a:r>
            <a:r>
              <a:rPr lang="zh-TW" altLang="en-US" dirty="0"/>
              <a:t>分鐘 簡報 上傳到</a:t>
            </a:r>
            <a:r>
              <a:rPr lang="en-US" altLang="zh-TW" dirty="0"/>
              <a:t>e-learning</a:t>
            </a:r>
          </a:p>
          <a:p>
            <a:pPr marL="0" indent="0">
              <a:buNone/>
            </a:pPr>
            <a:r>
              <a:rPr lang="zh-TW" altLang="en-US" dirty="0"/>
              <a:t>簡報須包含</a:t>
            </a:r>
            <a:r>
              <a:rPr lang="en-US" altLang="zh-TW" dirty="0"/>
              <a:t>:	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題目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需求分析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功能說明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技術說明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demo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組員分工百分比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392723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TM10001106[[fn=徽章]]</Template>
  <TotalTime>621</TotalTime>
  <Words>87</Words>
  <Application>Microsoft Office PowerPoint</Application>
  <PresentationFormat>如螢幕大小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Gill Sans MT</vt:lpstr>
      <vt:lpstr>Impact</vt:lpstr>
      <vt:lpstr>Badge</vt:lpstr>
      <vt:lpstr>PowerPoint 簡報</vt:lpstr>
      <vt:lpstr>題目方向：</vt:lpstr>
      <vt:lpstr>6/7 期末報告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</dc:title>
  <dc:creator>Ching</dc:creator>
  <cp:lastModifiedBy>Chi-Ching Lee</cp:lastModifiedBy>
  <cp:revision>30</cp:revision>
  <dcterms:created xsi:type="dcterms:W3CDTF">2020-05-20T14:29:28Z</dcterms:created>
  <dcterms:modified xsi:type="dcterms:W3CDTF">2024-05-17T01:08:38Z</dcterms:modified>
</cp:coreProperties>
</file>