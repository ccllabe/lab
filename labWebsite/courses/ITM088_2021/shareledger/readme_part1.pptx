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57" autoAdjust="0"/>
    <p:restoredTop sz="94688"/>
  </p:normalViewPr>
  <p:slideViewPr>
    <p:cSldViewPr snapToGrid="0">
      <p:cViewPr varScale="1">
        <p:scale>
          <a:sx n="84" d="100"/>
          <a:sy n="84" d="100"/>
        </p:scale>
        <p:origin x="11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-Ching Lee" userId="7309231c4353d1c0" providerId="LiveId" clId="{E1D62977-6292-4EBD-81E9-C5B2F947E6D5}"/>
    <pc:docChg chg="custSel delSld modSld">
      <pc:chgData name="Chi-Ching Lee" userId="7309231c4353d1c0" providerId="LiveId" clId="{E1D62977-6292-4EBD-81E9-C5B2F947E6D5}" dt="2024-03-07T05:55:37.166" v="99" actId="20577"/>
      <pc:docMkLst>
        <pc:docMk/>
      </pc:docMkLst>
      <pc:sldChg chg="modSp mod">
        <pc:chgData name="Chi-Ching Lee" userId="7309231c4353d1c0" providerId="LiveId" clId="{E1D62977-6292-4EBD-81E9-C5B2F947E6D5}" dt="2024-03-07T05:55:23.350" v="87" actId="20577"/>
        <pc:sldMkLst>
          <pc:docMk/>
          <pc:sldMk cId="3363857098" sldId="265"/>
        </pc:sldMkLst>
        <pc:spChg chg="mod">
          <ac:chgData name="Chi-Ching Lee" userId="7309231c4353d1c0" providerId="LiveId" clId="{E1D62977-6292-4EBD-81E9-C5B2F947E6D5}" dt="2024-03-07T05:55:23.350" v="87" actId="20577"/>
          <ac:spMkLst>
            <pc:docMk/>
            <pc:sldMk cId="3363857098" sldId="265"/>
            <ac:spMk id="2" creationId="{EBDA0546-93B2-4AF4-BD09-95095B210E5D}"/>
          </ac:spMkLst>
        </pc:spChg>
      </pc:sldChg>
      <pc:sldChg chg="modSp mod">
        <pc:chgData name="Chi-Ching Lee" userId="7309231c4353d1c0" providerId="LiveId" clId="{E1D62977-6292-4EBD-81E9-C5B2F947E6D5}" dt="2024-03-07T05:54:49.928" v="33" actId="20577"/>
        <pc:sldMkLst>
          <pc:docMk/>
          <pc:sldMk cId="4221674872" sldId="267"/>
        </pc:sldMkLst>
        <pc:spChg chg="mod">
          <ac:chgData name="Chi-Ching Lee" userId="7309231c4353d1c0" providerId="LiveId" clId="{E1D62977-6292-4EBD-81E9-C5B2F947E6D5}" dt="2024-03-07T05:54:49.928" v="33" actId="20577"/>
          <ac:spMkLst>
            <pc:docMk/>
            <pc:sldMk cId="4221674872" sldId="267"/>
            <ac:spMk id="3" creationId="{56E1E1ED-9C1B-F3CD-5623-AE16241FE802}"/>
          </ac:spMkLst>
        </pc:spChg>
      </pc:sldChg>
      <pc:sldChg chg="del">
        <pc:chgData name="Chi-Ching Lee" userId="7309231c4353d1c0" providerId="LiveId" clId="{E1D62977-6292-4EBD-81E9-C5B2F947E6D5}" dt="2024-03-07T05:54:18.151" v="17" actId="2696"/>
        <pc:sldMkLst>
          <pc:docMk/>
          <pc:sldMk cId="3521971467" sldId="270"/>
        </pc:sldMkLst>
      </pc:sldChg>
      <pc:sldChg chg="del">
        <pc:chgData name="Chi-Ching Lee" userId="7309231c4353d1c0" providerId="LiveId" clId="{E1D62977-6292-4EBD-81E9-C5B2F947E6D5}" dt="2024-03-07T05:54:18.151" v="17" actId="2696"/>
        <pc:sldMkLst>
          <pc:docMk/>
          <pc:sldMk cId="2448592204" sldId="271"/>
        </pc:sldMkLst>
      </pc:sldChg>
      <pc:sldChg chg="del">
        <pc:chgData name="Chi-Ching Lee" userId="7309231c4353d1c0" providerId="LiveId" clId="{E1D62977-6292-4EBD-81E9-C5B2F947E6D5}" dt="2024-03-07T05:54:23.119" v="18" actId="2696"/>
        <pc:sldMkLst>
          <pc:docMk/>
          <pc:sldMk cId="4261956581" sldId="273"/>
        </pc:sldMkLst>
      </pc:sldChg>
      <pc:sldChg chg="del">
        <pc:chgData name="Chi-Ching Lee" userId="7309231c4353d1c0" providerId="LiveId" clId="{E1D62977-6292-4EBD-81E9-C5B2F947E6D5}" dt="2024-03-07T05:54:18.151" v="17" actId="2696"/>
        <pc:sldMkLst>
          <pc:docMk/>
          <pc:sldMk cId="2316122007" sldId="275"/>
        </pc:sldMkLst>
      </pc:sldChg>
      <pc:sldChg chg="del">
        <pc:chgData name="Chi-Ching Lee" userId="7309231c4353d1c0" providerId="LiveId" clId="{E1D62977-6292-4EBD-81E9-C5B2F947E6D5}" dt="2024-03-07T05:54:18.151" v="17" actId="2696"/>
        <pc:sldMkLst>
          <pc:docMk/>
          <pc:sldMk cId="4185230050" sldId="276"/>
        </pc:sldMkLst>
      </pc:sldChg>
      <pc:sldChg chg="del">
        <pc:chgData name="Chi-Ching Lee" userId="7309231c4353d1c0" providerId="LiveId" clId="{E1D62977-6292-4EBD-81E9-C5B2F947E6D5}" dt="2024-03-07T05:54:23.119" v="18" actId="2696"/>
        <pc:sldMkLst>
          <pc:docMk/>
          <pc:sldMk cId="2069192160" sldId="277"/>
        </pc:sldMkLst>
      </pc:sldChg>
      <pc:sldChg chg="modSp mod">
        <pc:chgData name="Chi-Ching Lee" userId="7309231c4353d1c0" providerId="LiveId" clId="{E1D62977-6292-4EBD-81E9-C5B2F947E6D5}" dt="2024-03-07T05:55:37.166" v="99" actId="20577"/>
        <pc:sldMkLst>
          <pc:docMk/>
          <pc:sldMk cId="1651365358" sldId="278"/>
        </pc:sldMkLst>
        <pc:spChg chg="mod">
          <ac:chgData name="Chi-Ching Lee" userId="7309231c4353d1c0" providerId="LiveId" clId="{E1D62977-6292-4EBD-81E9-C5B2F947E6D5}" dt="2024-03-07T05:55:37.166" v="99" actId="20577"/>
          <ac:spMkLst>
            <pc:docMk/>
            <pc:sldMk cId="1651365358" sldId="278"/>
            <ac:spMk id="5" creationId="{A5DC496B-1535-217F-8C55-AEACC53E4FC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480AB-D4D1-46E3-98CE-F2152677C2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6917A9-96E2-47AE-B62C-E4A1080DCE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1AE00-62D4-44DD-9D6A-B9C63440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438B4-1000-4211-A18F-ACE775B1DF3A}" type="datetimeFigureOut">
              <a:rPr lang="zh-TW" altLang="en-US" smtClean="0"/>
              <a:t>2024/3/7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5C54A-B0CC-47E9-A308-9550D94FC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A08C9-A989-447D-8EC1-2AA8CDE33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B36E-CD64-43B5-B193-81AB9C619C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0332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11CC-3071-454E-920D-6C5354659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6A41C-D4B4-47AD-A26B-E83AA8E5B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390A8-2465-486C-A9B2-0DD9567F4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438B4-1000-4211-A18F-ACE775B1DF3A}" type="datetimeFigureOut">
              <a:rPr lang="zh-TW" altLang="en-US" smtClean="0"/>
              <a:t>2024/3/7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F524E-79FF-45DD-B669-F42C25676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B2F3C-B0E3-415B-BD97-A940F743A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B36E-CD64-43B5-B193-81AB9C619C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1924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7CE6B-958D-48A6-AF14-17438A5EB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0F0C4-10A0-436F-B6DD-16D3EEA05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2DB09-19BA-4459-9399-8810EAC7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438B4-1000-4211-A18F-ACE775B1DF3A}" type="datetimeFigureOut">
              <a:rPr lang="zh-TW" altLang="en-US" smtClean="0"/>
              <a:t>2024/3/7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D1EC0-3395-456B-936A-B82CEF35A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32472-57B6-4234-832F-1A66564F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B36E-CD64-43B5-B193-81AB9C619C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190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F54A0-C5A5-4D0B-B47E-D695C1455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4635A-DD8A-4F65-943D-2528B5DD2C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3A0893-8F76-438E-8EAC-BCB6FE4F27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7A6E39-1EBA-4294-9B5D-0BE37FDAA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438B4-1000-4211-A18F-ACE775B1DF3A}" type="datetimeFigureOut">
              <a:rPr lang="zh-TW" altLang="en-US" smtClean="0"/>
              <a:t>2024/3/7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59ADF-6621-4F66-97C8-613BD9E6E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D3B6C3-12CC-4CDA-A409-C3E2F0FD1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B36E-CD64-43B5-B193-81AB9C619C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2372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9891F-F6B4-4A41-92D7-DF57EA069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871D0-96BB-465B-AD5D-47D240090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28E892-759A-4DC2-8F8E-F46708900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B1E607-6959-4D7D-B0E3-DC93E286FC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FD83CE-6F66-476F-848E-14A749EC6B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EBBCDC-F4F0-4A92-AE36-E3C05E15F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438B4-1000-4211-A18F-ACE775B1DF3A}" type="datetimeFigureOut">
              <a:rPr lang="zh-TW" altLang="en-US" smtClean="0"/>
              <a:t>2024/3/7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A7AF21-112E-4D62-B188-8C2D65948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612B8B-8DFB-4B70-A51F-9143D323D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B36E-CD64-43B5-B193-81AB9C619C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1696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79C2C-AC76-4366-BF95-93D8BADC8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62C951-2646-4383-A554-5ECFD627A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438B4-1000-4211-A18F-ACE775B1DF3A}" type="datetimeFigureOut">
              <a:rPr lang="zh-TW" altLang="en-US" smtClean="0"/>
              <a:t>2024/3/7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FD955D-8EDA-4A7A-A3E0-7BB60A68D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A98FD0-F83F-4D77-8CFA-6A440A81B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B36E-CD64-43B5-B193-81AB9C619C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7189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B66070-2552-43FA-A36E-8411AAD97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438B4-1000-4211-A18F-ACE775B1DF3A}" type="datetimeFigureOut">
              <a:rPr lang="zh-TW" altLang="en-US" smtClean="0"/>
              <a:t>2024/3/7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1EB332-D50F-49C4-B173-DECB1E4F4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B7B8D-B6A0-44DE-A32D-9D42A19FA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B36E-CD64-43B5-B193-81AB9C619C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6439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B4224-0FAC-4B96-9F36-423D6624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25A6D-2F4F-4A67-B968-7C5C5219F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4F8D9-C864-4897-BC80-7B7FFD241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7A96F-A6E3-4B7A-B32A-73C1C2ABE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438B4-1000-4211-A18F-ACE775B1DF3A}" type="datetimeFigureOut">
              <a:rPr lang="zh-TW" altLang="en-US" smtClean="0"/>
              <a:t>2024/3/7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A93BAB-CD87-43A9-A731-56C4F4F66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9E7F6-28FE-40C6-AE9C-0E234A1E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B36E-CD64-43B5-B193-81AB9C619C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5260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678EA-5F32-4064-B3DA-0F14C492C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ED9887-8A0E-439B-B89A-81035D7718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5FE1A7-0DE9-4D8F-AF92-B799EFDA90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CF6091-D851-457D-8704-4DE80EB2D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438B4-1000-4211-A18F-ACE775B1DF3A}" type="datetimeFigureOut">
              <a:rPr lang="zh-TW" altLang="en-US" smtClean="0"/>
              <a:t>2024/3/7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F6F57-DF0B-4F40-A5C3-A6BED5280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F25F6-73ED-4F10-ABC6-C5B8B6C5F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B36E-CD64-43B5-B193-81AB9C619C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2560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7FB3C-218D-44F9-BBF3-FE533D8B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AF9C6-3D9A-4697-AFDE-05657AD45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6906E-5F8E-4E45-8873-CCC7ED427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438B4-1000-4211-A18F-ACE775B1DF3A}" type="datetimeFigureOut">
              <a:rPr lang="zh-TW" altLang="en-US" smtClean="0"/>
              <a:t>2024/3/7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2097E-C3AC-4336-B1BB-EF06517B3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CA6B6-AF74-45A6-9B0F-0B96250E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B36E-CD64-43B5-B193-81AB9C619C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6202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B7A79E-4BD7-46E8-B95E-40EF60B253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DDB84F-9762-462B-BA5C-58D4D42EE7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6CBF3-538E-45E2-BDAE-565420E36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438B4-1000-4211-A18F-ACE775B1DF3A}" type="datetimeFigureOut">
              <a:rPr lang="zh-TW" altLang="en-US" smtClean="0"/>
              <a:t>2024/3/7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55C42-125D-449D-80F3-1CC104A45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3BFB6-9B83-4B53-A8B0-E7EBC56F9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4B36E-CD64-43B5-B193-81AB9C619C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4884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A98504-6A9E-4C2A-BA42-C91795044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CC304-DB31-468B-83E1-4AD745520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E6652-C077-4749-8AB6-04FED9375A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2438B4-1000-4211-A18F-ACE775B1DF3A}" type="datetimeFigureOut">
              <a:rPr lang="zh-TW" altLang="en-US" smtClean="0"/>
              <a:t>2024/3/7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9C370-A458-43FF-BA8A-B2D80A2750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A98CF-3EE6-486B-87DF-C2327F050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94B36E-CD64-43B5-B193-81AB9C619C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668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120.126.17.188/test/app_showAllTransactions.php" TargetMode="External"/><Relationship Id="rId2" Type="http://schemas.openxmlformats.org/officeDocument/2006/relationships/hyperlink" Target="http://120.126.17.200/test/ranking.php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120.126.17.188/test/app_showAllTransactions_blockchain.php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E74B512-4B55-D9F6-6CB9-C3DE82139D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分散式帳本</a:t>
            </a:r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A5DC496B-1535-217F-8C55-AEACC53E4F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/>
              <a:t>Part 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51365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4445C-FDE1-408F-9FD6-006F2E1AF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5053"/>
          </a:xfrm>
        </p:spPr>
        <p:txBody>
          <a:bodyPr/>
          <a:lstStyle/>
          <a:p>
            <a:r>
              <a:rPr lang="zh-TW" altLang="en-US" dirty="0"/>
              <a:t>使用說明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30A28-BC0C-48BC-A933-C11B1DA40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43378"/>
            <a:ext cx="10981267" cy="4833585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sz="2200" dirty="0">
                <a:hlinkClick r:id="rId2"/>
              </a:rPr>
              <a:t>http://120.126.17.200/test/ranking.php</a:t>
            </a:r>
            <a:r>
              <a:rPr lang="zh-TW" altLang="en-US" sz="2200" dirty="0"/>
              <a:t>  </a:t>
            </a:r>
            <a:r>
              <a:rPr lang="en-US" altLang="zh-TW" sz="2200" dirty="0">
                <a:sym typeface="Wingdings" panose="05000000000000000000" pitchFamily="2" charset="2"/>
              </a:rPr>
              <a:t> </a:t>
            </a:r>
            <a:r>
              <a:rPr lang="zh-TW" altLang="en-US" sz="2200" dirty="0">
                <a:sym typeface="Wingdings" panose="05000000000000000000" pitchFamily="2" charset="2"/>
              </a:rPr>
              <a:t>顯示存款排名</a:t>
            </a:r>
            <a:endParaRPr lang="en-US" altLang="zh-TW" sz="2200" dirty="0"/>
          </a:p>
          <a:p>
            <a:r>
              <a:rPr lang="en-US" altLang="zh-TW" sz="2200" dirty="0">
                <a:hlinkClick r:id="rId3"/>
              </a:rPr>
              <a:t>http://120.126.17.200/test/app_showAllTransactions.php</a:t>
            </a:r>
            <a:r>
              <a:rPr lang="zh-TW" altLang="en-US" sz="2200" dirty="0"/>
              <a:t> </a:t>
            </a:r>
            <a:r>
              <a:rPr lang="en-US" altLang="zh-TW" sz="2200" dirty="0">
                <a:sym typeface="Wingdings" panose="05000000000000000000" pitchFamily="2" charset="2"/>
              </a:rPr>
              <a:t> </a:t>
            </a:r>
            <a:r>
              <a:rPr lang="zh-TW" altLang="en-US" sz="2200" dirty="0">
                <a:sym typeface="Wingdings" panose="05000000000000000000" pitchFamily="2" charset="2"/>
              </a:rPr>
              <a:t>列出全班的交易紀錄</a:t>
            </a:r>
            <a:endParaRPr lang="en-US" altLang="zh-TW" sz="2200" dirty="0">
              <a:sym typeface="Wingdings" panose="05000000000000000000" pitchFamily="2" charset="2"/>
            </a:endParaRPr>
          </a:p>
          <a:p>
            <a:r>
              <a:rPr lang="en-US" altLang="zh-TW" sz="2200" dirty="0">
                <a:hlinkClick r:id="rId4"/>
              </a:rPr>
              <a:t>http://120.126.17.200/test/app_showAllTransactions_blockchain.php</a:t>
            </a:r>
            <a:r>
              <a:rPr lang="en-US" altLang="zh-TW" sz="2200" dirty="0"/>
              <a:t> </a:t>
            </a:r>
            <a:r>
              <a:rPr lang="en-US" altLang="zh-TW" sz="2200" dirty="0">
                <a:sym typeface="Wingdings" panose="05000000000000000000" pitchFamily="2" charset="2"/>
              </a:rPr>
              <a:t></a:t>
            </a:r>
            <a:r>
              <a:rPr lang="en-US" altLang="zh-TW" sz="2200" dirty="0"/>
              <a:t> block</a:t>
            </a:r>
            <a:r>
              <a:rPr lang="zh-TW" altLang="en-US" sz="2200" dirty="0"/>
              <a:t> </a:t>
            </a:r>
            <a:r>
              <a:rPr lang="en-US" altLang="zh-TW" sz="2200" dirty="0"/>
              <a:t>chain</a:t>
            </a:r>
            <a:r>
              <a:rPr lang="zh-TW" altLang="en-US" sz="2200" dirty="0"/>
              <a:t>版本</a:t>
            </a:r>
            <a:endParaRPr lang="en-US" altLang="zh-TW" sz="2200" dirty="0"/>
          </a:p>
          <a:p>
            <a:endParaRPr lang="en-US" altLang="zh-TW" sz="2200" dirty="0"/>
          </a:p>
          <a:p>
            <a:endParaRPr lang="en-US" altLang="zh-TW" dirty="0"/>
          </a:p>
          <a:p>
            <a:r>
              <a:rPr lang="zh-TW" altLang="en-US" dirty="0"/>
              <a:t>程式</a:t>
            </a:r>
            <a:endParaRPr lang="en-US" altLang="zh-TW" dirty="0"/>
          </a:p>
          <a:p>
            <a:pPr lvl="1"/>
            <a:r>
              <a:rPr lang="en-US" altLang="zh-TW" dirty="0" err="1"/>
              <a:t>app_checkLog</a:t>
            </a:r>
            <a:r>
              <a:rPr lang="zh-TW" altLang="en-US" dirty="0"/>
              <a:t> 學號  </a:t>
            </a:r>
            <a:r>
              <a:rPr lang="en-US" altLang="zh-TW" dirty="0">
                <a:sym typeface="Wingdings" panose="05000000000000000000" pitchFamily="2" charset="2"/>
              </a:rPr>
              <a:t> </a:t>
            </a:r>
            <a:r>
              <a:rPr lang="zh-TW" altLang="en-US" dirty="0">
                <a:sym typeface="Wingdings" panose="05000000000000000000" pitchFamily="2" charset="2"/>
              </a:rPr>
              <a:t>列出該學號的所有交易紀錄</a:t>
            </a:r>
            <a:endParaRPr lang="en-US" altLang="zh-TW" dirty="0"/>
          </a:p>
          <a:p>
            <a:pPr lvl="1"/>
            <a:r>
              <a:rPr lang="en-US" altLang="zh-TW" dirty="0" err="1"/>
              <a:t>app_checkMoney</a:t>
            </a:r>
            <a:r>
              <a:rPr lang="zh-TW" altLang="en-US" dirty="0"/>
              <a:t>  學號</a:t>
            </a:r>
            <a:r>
              <a:rPr lang="en-US" altLang="zh-TW" dirty="0">
                <a:sym typeface="Wingdings" panose="05000000000000000000" pitchFamily="2" charset="2"/>
              </a:rPr>
              <a:t> </a:t>
            </a:r>
            <a:r>
              <a:rPr lang="zh-TW" altLang="en-US" dirty="0">
                <a:sym typeface="Wingdings" panose="05000000000000000000" pitchFamily="2" charset="2"/>
              </a:rPr>
              <a:t>顯示餘額</a:t>
            </a:r>
            <a:endParaRPr lang="en-US" altLang="zh-TW" dirty="0"/>
          </a:p>
          <a:p>
            <a:pPr lvl="1"/>
            <a:r>
              <a:rPr lang="en-US" altLang="zh-TW" dirty="0" err="1"/>
              <a:t>app_mining</a:t>
            </a:r>
            <a:r>
              <a:rPr lang="zh-TW" altLang="en-US" dirty="0"/>
              <a:t>  學號</a:t>
            </a:r>
            <a:r>
              <a:rPr lang="en-US" altLang="zh-TW" dirty="0">
                <a:sym typeface="Wingdings" panose="05000000000000000000" pitchFamily="2" charset="2"/>
              </a:rPr>
              <a:t> </a:t>
            </a:r>
            <a:r>
              <a:rPr lang="zh-TW" altLang="en-US" dirty="0">
                <a:sym typeface="Wingdings" panose="05000000000000000000" pitchFamily="2" charset="2"/>
              </a:rPr>
              <a:t>模擬挖礦 </a:t>
            </a:r>
            <a:r>
              <a:rPr lang="en-US" altLang="zh-TW" dirty="0">
                <a:sym typeface="Wingdings" panose="05000000000000000000" pitchFamily="2" charset="2"/>
              </a:rPr>
              <a:t>(</a:t>
            </a:r>
            <a:r>
              <a:rPr lang="zh-TW" altLang="en-US" dirty="0">
                <a:sym typeface="Wingdings" panose="05000000000000000000" pitchFamily="2" charset="2"/>
              </a:rPr>
              <a:t>回答數學問題</a:t>
            </a:r>
            <a:r>
              <a:rPr lang="en-US" altLang="zh-TW" dirty="0">
                <a:sym typeface="Wingdings" panose="05000000000000000000" pitchFamily="2" charset="2"/>
              </a:rPr>
              <a:t>)</a:t>
            </a:r>
            <a:endParaRPr lang="en-US" altLang="zh-TW" dirty="0"/>
          </a:p>
          <a:p>
            <a:pPr lvl="1"/>
            <a:r>
              <a:rPr lang="en-US" altLang="zh-TW" dirty="0" err="1"/>
              <a:t>app_showAllTransactions</a:t>
            </a:r>
            <a:r>
              <a:rPr lang="zh-TW" altLang="en-US" dirty="0"/>
              <a:t> </a:t>
            </a:r>
            <a:r>
              <a:rPr lang="en-US" altLang="zh-TW" dirty="0">
                <a:sym typeface="Wingdings" panose="05000000000000000000" pitchFamily="2" charset="2"/>
              </a:rPr>
              <a:t></a:t>
            </a:r>
            <a:r>
              <a:rPr lang="zh-TW" altLang="en-US" sz="2400" dirty="0">
                <a:sym typeface="Wingdings" panose="05000000000000000000" pitchFamily="2" charset="2"/>
              </a:rPr>
              <a:t>列出全班的交易紀錄</a:t>
            </a:r>
            <a:endParaRPr lang="en-US" altLang="zh-TW" dirty="0"/>
          </a:p>
          <a:p>
            <a:pPr lvl="1"/>
            <a:r>
              <a:rPr lang="en-US" altLang="zh-TW" dirty="0" err="1"/>
              <a:t>app_transaction</a:t>
            </a:r>
            <a:r>
              <a:rPr lang="zh-TW" altLang="en-US" dirty="0"/>
              <a:t>  </a:t>
            </a:r>
            <a:r>
              <a:rPr lang="zh-TW" altLang="en-US" dirty="0">
                <a:highlight>
                  <a:srgbClr val="00FF00"/>
                </a:highlight>
              </a:rPr>
              <a:t>學號</a:t>
            </a:r>
            <a:r>
              <a:rPr lang="en-US" altLang="zh-TW" dirty="0">
                <a:highlight>
                  <a:srgbClr val="00FF00"/>
                </a:highlight>
              </a:rPr>
              <a:t>1</a:t>
            </a:r>
            <a:r>
              <a:rPr lang="en-US" altLang="zh-TW" dirty="0"/>
              <a:t> </a:t>
            </a:r>
            <a:r>
              <a:rPr lang="zh-TW" altLang="en-US" dirty="0"/>
              <a:t> </a:t>
            </a:r>
            <a:r>
              <a:rPr lang="zh-TW" altLang="en-US" dirty="0">
                <a:highlight>
                  <a:srgbClr val="00FFFF"/>
                </a:highlight>
              </a:rPr>
              <a:t>學號</a:t>
            </a:r>
            <a:r>
              <a:rPr lang="en-US" altLang="zh-TW" dirty="0">
                <a:highlight>
                  <a:srgbClr val="00FFFF"/>
                </a:highlight>
              </a:rPr>
              <a:t>2</a:t>
            </a:r>
            <a:r>
              <a:rPr lang="en-US" altLang="zh-TW" dirty="0"/>
              <a:t> </a:t>
            </a:r>
            <a:r>
              <a:rPr lang="zh-TW" altLang="en-US" dirty="0">
                <a:highlight>
                  <a:srgbClr val="00FF00"/>
                </a:highlight>
              </a:rPr>
              <a:t>學號</a:t>
            </a:r>
            <a:r>
              <a:rPr lang="en-US" altLang="zh-TW" dirty="0">
                <a:highlight>
                  <a:srgbClr val="00FF00"/>
                </a:highlight>
              </a:rPr>
              <a:t>1</a:t>
            </a:r>
            <a:r>
              <a:rPr lang="zh-TW" altLang="en-US" dirty="0">
                <a:highlight>
                  <a:srgbClr val="00FF00"/>
                </a:highlight>
              </a:rPr>
              <a:t>的金鑰</a:t>
            </a:r>
            <a:r>
              <a:rPr lang="zh-TW" altLang="en-US" dirty="0"/>
              <a:t> </a:t>
            </a:r>
            <a:r>
              <a:rPr lang="zh-TW" altLang="en-US" dirty="0">
                <a:highlight>
                  <a:srgbClr val="FFFF00"/>
                </a:highlight>
              </a:rPr>
              <a:t>金額</a:t>
            </a:r>
            <a:r>
              <a:rPr lang="zh-TW" altLang="en-US" dirty="0"/>
              <a:t>    </a:t>
            </a:r>
            <a:r>
              <a:rPr lang="en-US" altLang="zh-TW" dirty="0">
                <a:sym typeface="Wingdings" panose="05000000000000000000" pitchFamily="2" charset="2"/>
              </a:rPr>
              <a:t>  </a:t>
            </a:r>
            <a:r>
              <a:rPr lang="zh-TW" altLang="en-US" dirty="0">
                <a:sym typeface="Wingdings" panose="05000000000000000000" pitchFamily="2" charset="2"/>
              </a:rPr>
              <a:t>學號</a:t>
            </a:r>
            <a:r>
              <a:rPr lang="en-US" altLang="zh-TW" dirty="0">
                <a:sym typeface="Wingdings" panose="05000000000000000000" pitchFamily="2" charset="2"/>
              </a:rPr>
              <a:t>1 </a:t>
            </a:r>
            <a:r>
              <a:rPr lang="zh-TW" altLang="en-US" dirty="0">
                <a:sym typeface="Wingdings" panose="05000000000000000000" pitchFamily="2" charset="2"/>
              </a:rPr>
              <a:t>轉帳給 學號</a:t>
            </a:r>
            <a:r>
              <a:rPr lang="en-US" altLang="zh-TW" dirty="0">
                <a:sym typeface="Wingdings" panose="05000000000000000000" pitchFamily="2" charset="2"/>
              </a:rPr>
              <a:t>2</a:t>
            </a:r>
            <a:endParaRPr lang="en-US" altLang="zh-TW" dirty="0">
              <a:highlight>
                <a:srgbClr val="FFFF00"/>
              </a:highlight>
            </a:endParaRPr>
          </a:p>
          <a:p>
            <a:pPr lvl="1"/>
            <a:endParaRPr lang="en-US" altLang="zh-TW" dirty="0"/>
          </a:p>
          <a:p>
            <a:r>
              <a:rPr lang="zh-TW" altLang="en-US" dirty="0"/>
              <a:t>金鑰檔案已經用 </a:t>
            </a:r>
            <a:r>
              <a:rPr lang="en-US" altLang="zh-TW" dirty="0"/>
              <a:t>e-learning </a:t>
            </a:r>
            <a:r>
              <a:rPr lang="zh-TW" altLang="en-US" dirty="0"/>
              <a:t>成績方式分發給每一位同學</a:t>
            </a:r>
            <a:endParaRPr lang="en-US" altLang="zh-TW" dirty="0"/>
          </a:p>
          <a:p>
            <a:r>
              <a:rPr lang="zh-TW" altLang="en-US" dirty="0"/>
              <a:t>加選的同學請找老師領取金鑰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858339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2F3E7-19A2-4D1B-9DFB-FDC941506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安裝方式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7A87F-3C46-4D78-ACCC-F38A34A2D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/>
              <a:t>下載到 </a:t>
            </a:r>
            <a:r>
              <a:rPr lang="en-US" altLang="zh-TW" dirty="0"/>
              <a:t>ubuntu x64 </a:t>
            </a:r>
            <a:r>
              <a:rPr lang="zh-TW" altLang="en-US" dirty="0"/>
              <a:t>環境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把五個</a:t>
            </a:r>
            <a:r>
              <a:rPr lang="en-US" altLang="zh-TW" dirty="0"/>
              <a:t>app</a:t>
            </a:r>
            <a:r>
              <a:rPr lang="zh-TW" altLang="en-US" dirty="0"/>
              <a:t>的權限改成 </a:t>
            </a:r>
            <a:r>
              <a:rPr lang="en-US" altLang="zh-TW" dirty="0"/>
              <a:t>700</a:t>
            </a:r>
          </a:p>
          <a:p>
            <a:pPr marL="457200" lvl="1" indent="0">
              <a:buNone/>
            </a:pPr>
            <a:r>
              <a:rPr lang="en-US" altLang="zh-TW" dirty="0" err="1"/>
              <a:t>chmod</a:t>
            </a:r>
            <a:r>
              <a:rPr lang="en-US" altLang="zh-TW" dirty="0"/>
              <a:t> </a:t>
            </a:r>
            <a:r>
              <a:rPr lang="zh-TW" altLang="en-US" dirty="0"/>
              <a:t>程式名稱 </a:t>
            </a:r>
            <a:r>
              <a:rPr lang="en-US" altLang="zh-TW" dirty="0"/>
              <a:t>700</a:t>
            </a:r>
          </a:p>
          <a:p>
            <a:pPr marL="457200" lvl="1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執行指令</a:t>
            </a:r>
            <a:r>
              <a:rPr lang="en-US" altLang="zh-TW" dirty="0"/>
              <a:t>:</a:t>
            </a:r>
          </a:p>
          <a:p>
            <a:pPr marL="0" indent="0">
              <a:buNone/>
            </a:pPr>
            <a:r>
              <a:rPr lang="en-US" altLang="zh-TW" dirty="0"/>
              <a:t>./</a:t>
            </a:r>
            <a:r>
              <a:rPr lang="en-US" altLang="zh-TW" dirty="0" err="1"/>
              <a:t>app_mining</a:t>
            </a:r>
            <a:r>
              <a:rPr lang="en-US" altLang="zh-TW" dirty="0"/>
              <a:t> B0829000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22068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A2934-E676-4167-8DC1-0BC262CE8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app_mining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D6482-B707-4516-8DBC-19813C3FF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不定時列出一個數學問題，需要在 </a:t>
            </a:r>
            <a:r>
              <a:rPr lang="zh-TW" altLang="en-US" dirty="0">
                <a:solidFill>
                  <a:srgbClr val="FF0000"/>
                </a:solidFill>
              </a:rPr>
              <a:t>五分鐘</a:t>
            </a:r>
            <a:r>
              <a:rPr lang="zh-TW" altLang="en-US" dirty="0"/>
              <a:t>內回答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答對</a:t>
            </a:r>
            <a:r>
              <a:rPr lang="en-US" altLang="zh-TW" dirty="0"/>
              <a:t>:</a:t>
            </a:r>
            <a:r>
              <a:rPr lang="zh-TW" altLang="en-US" dirty="0"/>
              <a:t> 可以拿到獎勵</a:t>
            </a:r>
            <a:endParaRPr lang="en-US" altLang="zh-TW" dirty="0"/>
          </a:p>
          <a:p>
            <a:r>
              <a:rPr lang="zh-TW" altLang="en-US" dirty="0"/>
              <a:t>答錯或逾時</a:t>
            </a:r>
            <a:r>
              <a:rPr lang="en-US" altLang="zh-TW" dirty="0"/>
              <a:t>:</a:t>
            </a:r>
            <a:r>
              <a:rPr lang="zh-TW" altLang="en-US" dirty="0"/>
              <a:t> 沒有獎勵，程式結束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678352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CE796-63FB-4515-9231-39F0338F1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挖礦獎勵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FDD2B-E087-4ACF-A351-83261389B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TW" dirty="0"/>
              <a:t>Angel</a:t>
            </a:r>
            <a:r>
              <a:rPr lang="zh-TW" altLang="en-US" dirty="0"/>
              <a:t> 初始有</a:t>
            </a:r>
            <a:r>
              <a:rPr lang="en-US" altLang="zh-TW" dirty="0"/>
              <a:t>100</a:t>
            </a:r>
            <a:r>
              <a:rPr lang="zh-TW" altLang="en-US" dirty="0"/>
              <a:t>萬元，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Angel </a:t>
            </a:r>
            <a:r>
              <a:rPr lang="zh-TW" altLang="en-US" dirty="0"/>
              <a:t>剩下錢的百分比* </a:t>
            </a:r>
            <a:r>
              <a:rPr lang="en-US" altLang="zh-TW" dirty="0"/>
              <a:t>0.1 </a:t>
            </a:r>
          </a:p>
          <a:p>
            <a:pPr marL="0" indent="0">
              <a:buNone/>
            </a:pPr>
            <a:r>
              <a:rPr lang="zh-TW" altLang="en-US" dirty="0"/>
              <a:t>剩下 </a:t>
            </a:r>
            <a:r>
              <a:rPr lang="en-US" altLang="zh-TW" dirty="0"/>
              <a:t>100%~90%, </a:t>
            </a:r>
            <a:r>
              <a:rPr lang="zh-TW" altLang="en-US" dirty="0"/>
              <a:t>獎勵為 </a:t>
            </a:r>
            <a:r>
              <a:rPr lang="en-US" altLang="zh-TW" dirty="0"/>
              <a:t>1</a:t>
            </a:r>
            <a:r>
              <a:rPr lang="zh-TW" altLang="en-US" dirty="0"/>
              <a:t>秒 </a:t>
            </a:r>
            <a:r>
              <a:rPr lang="en-US" altLang="zh-TW" dirty="0"/>
              <a:t>0.1</a:t>
            </a:r>
            <a:r>
              <a:rPr lang="zh-TW" altLang="en-US" dirty="0"/>
              <a:t>元   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剩下  </a:t>
            </a:r>
            <a:r>
              <a:rPr lang="en-US" altLang="zh-TW" dirty="0"/>
              <a:t>90%~80%, </a:t>
            </a:r>
            <a:r>
              <a:rPr lang="zh-TW" altLang="en-US" dirty="0"/>
              <a:t>獎勵為 </a:t>
            </a:r>
            <a:r>
              <a:rPr lang="en-US" altLang="zh-TW" dirty="0"/>
              <a:t>1</a:t>
            </a:r>
            <a:r>
              <a:rPr lang="zh-TW" altLang="en-US" dirty="0"/>
              <a:t>秒 </a:t>
            </a:r>
            <a:r>
              <a:rPr lang="en-US" altLang="zh-TW" dirty="0"/>
              <a:t>0.09</a:t>
            </a:r>
            <a:r>
              <a:rPr lang="zh-TW" altLang="en-US" dirty="0"/>
              <a:t>元   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剩下  </a:t>
            </a:r>
            <a:r>
              <a:rPr lang="en-US" altLang="zh-TW" dirty="0"/>
              <a:t>80%~70%, </a:t>
            </a:r>
            <a:r>
              <a:rPr lang="zh-TW" altLang="en-US" dirty="0"/>
              <a:t>獎勵為 </a:t>
            </a:r>
            <a:r>
              <a:rPr lang="en-US" altLang="zh-TW" dirty="0"/>
              <a:t>1</a:t>
            </a:r>
            <a:r>
              <a:rPr lang="zh-TW" altLang="en-US" dirty="0"/>
              <a:t>秒 </a:t>
            </a:r>
            <a:r>
              <a:rPr lang="en-US" altLang="zh-TW" dirty="0"/>
              <a:t>0.08</a:t>
            </a:r>
            <a:r>
              <a:rPr lang="zh-TW" altLang="en-US" dirty="0"/>
              <a:t>元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…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假設一天執行</a:t>
            </a:r>
            <a:r>
              <a:rPr lang="en-US" altLang="zh-TW" dirty="0"/>
              <a:t>3</a:t>
            </a:r>
            <a:r>
              <a:rPr lang="zh-TW" altLang="en-US" dirty="0"/>
              <a:t>小時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3*60*60 = 10800 </a:t>
            </a:r>
            <a:r>
              <a:rPr lang="zh-TW" altLang="en-US" dirty="0"/>
              <a:t>秒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10800*0.1 = 1080</a:t>
            </a:r>
            <a:r>
              <a:rPr lang="zh-TW" altLang="en-US" dirty="0"/>
              <a:t>元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296028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A0546-93B2-4AF4-BD09-95095B210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交作業獎勵 </a:t>
            </a:r>
            <a:r>
              <a:rPr lang="en-US" altLang="zh-TW" dirty="0"/>
              <a:t>(</a:t>
            </a:r>
            <a:r>
              <a:rPr lang="zh-TW" altLang="en-US" dirty="0"/>
              <a:t>暫定，動態調整金額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413FE-F1A6-46DC-9936-EE5B36240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第</a:t>
            </a:r>
            <a:r>
              <a:rPr lang="en-US" altLang="zh-TW" dirty="0"/>
              <a:t>1</a:t>
            </a:r>
            <a:r>
              <a:rPr lang="zh-TW" altLang="en-US" dirty="0"/>
              <a:t>個交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1000</a:t>
            </a:r>
            <a:r>
              <a:rPr lang="zh-TW" altLang="en-US" dirty="0"/>
              <a:t>元</a:t>
            </a:r>
            <a:endParaRPr lang="en-US" altLang="zh-TW" dirty="0"/>
          </a:p>
          <a:p>
            <a:r>
              <a:rPr lang="zh-TW" altLang="en-US" dirty="0"/>
              <a:t>第</a:t>
            </a:r>
            <a:r>
              <a:rPr lang="en-US" altLang="zh-TW" dirty="0"/>
              <a:t>2</a:t>
            </a:r>
            <a:r>
              <a:rPr lang="zh-TW" altLang="en-US" dirty="0"/>
              <a:t>個交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980</a:t>
            </a:r>
            <a:r>
              <a:rPr lang="zh-TW" altLang="en-US" dirty="0"/>
              <a:t>元</a:t>
            </a:r>
            <a:endParaRPr lang="en-US" altLang="zh-TW" dirty="0"/>
          </a:p>
          <a:p>
            <a:r>
              <a:rPr lang="zh-TW" altLang="en-US" dirty="0"/>
              <a:t>第</a:t>
            </a:r>
            <a:r>
              <a:rPr lang="en-US" altLang="zh-TW" dirty="0"/>
              <a:t>3</a:t>
            </a:r>
            <a:r>
              <a:rPr lang="zh-TW" altLang="en-US" dirty="0"/>
              <a:t>個交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960</a:t>
            </a:r>
            <a:r>
              <a:rPr lang="zh-TW" altLang="en-US" dirty="0"/>
              <a:t>元</a:t>
            </a:r>
            <a:endParaRPr lang="en-US" altLang="zh-TW" dirty="0"/>
          </a:p>
          <a:p>
            <a:r>
              <a:rPr lang="zh-TW" altLang="en-US" dirty="0"/>
              <a:t>第</a:t>
            </a:r>
            <a:r>
              <a:rPr lang="en-US" altLang="zh-TW" dirty="0"/>
              <a:t>4</a:t>
            </a:r>
            <a:r>
              <a:rPr lang="zh-TW" altLang="en-US" dirty="0"/>
              <a:t>個交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940</a:t>
            </a:r>
            <a:r>
              <a:rPr lang="zh-TW" altLang="en-US" dirty="0"/>
              <a:t>元</a:t>
            </a:r>
            <a:endParaRPr lang="en-US" altLang="zh-TW" dirty="0"/>
          </a:p>
          <a:p>
            <a:r>
              <a:rPr lang="en-US" altLang="zh-TW" dirty="0"/>
              <a:t>…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363857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555453-93D2-CA54-E01E-81AA6CB53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錯誤訊息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01804235-4815-FA86-9DF9-1AAE06EFA6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57101"/>
            <a:ext cx="10515600" cy="61065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1F78741-B802-B4E2-F27D-1F148A6E5AFC}"/>
              </a:ext>
            </a:extLst>
          </p:cNvPr>
          <p:cNvSpPr txBox="1"/>
          <p:nvPr/>
        </p:nvSpPr>
        <p:spPr>
          <a:xfrm>
            <a:off x="838199" y="2767751"/>
            <a:ext cx="9153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Out of date! Please update app_checkMoney  </a:t>
            </a:r>
            <a:r>
              <a:rPr lang="en-US" altLang="zh-TW" dirty="0">
                <a:sym typeface="Wingdings" pitchFamily="2" charset="2"/>
              </a:rPr>
              <a:t></a:t>
            </a:r>
            <a:r>
              <a:rPr lang="zh-TW" altLang="en-US" dirty="0">
                <a:sym typeface="Wingdings" pitchFamily="2" charset="2"/>
              </a:rPr>
              <a:t> 程式過期，請下載更新版程式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4ABDEA7-63F7-698B-0EA6-3B7CAE3C6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956487"/>
            <a:ext cx="7772400" cy="684615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29E3F1A6-AD1E-946F-9003-FB339DA643ED}"/>
              </a:ext>
            </a:extLst>
          </p:cNvPr>
          <p:cNvSpPr txBox="1"/>
          <p:nvPr/>
        </p:nvSpPr>
        <p:spPr>
          <a:xfrm>
            <a:off x="838199" y="4641102"/>
            <a:ext cx="6704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ERROR, time synchronization</a:t>
            </a:r>
            <a:r>
              <a:rPr kumimoji="1" lang="zh-TW" altLang="en-US" dirty="0"/>
              <a:t> </a:t>
            </a:r>
            <a:r>
              <a:rPr kumimoji="1" lang="en-US" altLang="zh-TW" dirty="0">
                <a:sym typeface="Wingdings" pitchFamily="2" charset="2"/>
              </a:rPr>
              <a:t></a:t>
            </a:r>
            <a:r>
              <a:rPr kumimoji="1" lang="zh-TW" altLang="en-US" dirty="0">
                <a:sym typeface="Wingdings" pitchFamily="2" charset="2"/>
              </a:rPr>
              <a:t> 虛擬機的時間偏差，請校正時間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78084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504E1D-9E71-18CD-6D25-4AB654EE1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Ubuntu</a:t>
            </a:r>
            <a:r>
              <a:rPr kumimoji="1" lang="zh-TW" altLang="en-US" dirty="0"/>
              <a:t> </a:t>
            </a:r>
            <a:r>
              <a:rPr kumimoji="1" lang="en-US" altLang="zh-TW" dirty="0"/>
              <a:t>1804</a:t>
            </a:r>
            <a:r>
              <a:rPr kumimoji="1" lang="zh-TW" altLang="en-US" dirty="0"/>
              <a:t> 無法直接執行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E1E1ED-9C1B-F3CD-5623-AE16241FE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要建立一個</a:t>
            </a:r>
            <a:r>
              <a:rPr kumimoji="1" lang="en-US" altLang="zh-TW" dirty="0"/>
              <a:t>ubuntu</a:t>
            </a:r>
            <a:r>
              <a:rPr kumimoji="1" lang="zh-TW" altLang="en-US" dirty="0"/>
              <a:t> </a:t>
            </a:r>
            <a:r>
              <a:rPr kumimoji="1" lang="en-US" altLang="zh-TW" dirty="0"/>
              <a:t>2204 container</a:t>
            </a:r>
            <a:r>
              <a:rPr kumimoji="1" lang="zh-TW" altLang="en-US" dirty="0"/>
              <a:t> 才可以</a:t>
            </a:r>
            <a:endParaRPr kumimoji="1" lang="en-US" altLang="zh-TW" dirty="0"/>
          </a:p>
          <a:p>
            <a:r>
              <a:rPr kumimoji="1" lang="zh-TW" altLang="en-US" dirty="0"/>
              <a:t>建立好之後：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apt</a:t>
            </a:r>
            <a:r>
              <a:rPr kumimoji="1" lang="zh-TW" altLang="en-US" dirty="0"/>
              <a:t> </a:t>
            </a:r>
            <a:r>
              <a:rPr kumimoji="1" lang="en-US" altLang="zh-TW" dirty="0"/>
              <a:t>update</a:t>
            </a:r>
          </a:p>
          <a:p>
            <a:pPr lvl="1"/>
            <a:r>
              <a:rPr kumimoji="1" lang="en-US" altLang="zh-TW" dirty="0"/>
              <a:t>apt-get install </a:t>
            </a:r>
            <a:r>
              <a:rPr kumimoji="1" lang="en-US" altLang="zh-TW" dirty="0" err="1"/>
              <a:t>wget</a:t>
            </a:r>
            <a:r>
              <a:rPr kumimoji="1" lang="zh-TW" altLang="en-US" dirty="0"/>
              <a:t> 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apt-get install curl</a:t>
            </a:r>
          </a:p>
          <a:p>
            <a:pPr lvl="1"/>
            <a:r>
              <a:rPr lang="en-US" altLang="zh-TW" dirty="0"/>
              <a:t>apt-get install </a:t>
            </a:r>
            <a:r>
              <a:rPr lang="en-US" altLang="zh-TW" dirty="0" err="1"/>
              <a:t>figlet</a:t>
            </a:r>
            <a:endParaRPr kumimoji="1" lang="en-US" altLang="zh-TW" dirty="0"/>
          </a:p>
          <a:p>
            <a:pPr lvl="1"/>
            <a:endParaRPr kumimoji="1" lang="en-US" altLang="zh-TW" dirty="0"/>
          </a:p>
          <a:p>
            <a:pPr lvl="1"/>
            <a:r>
              <a:rPr kumimoji="1" lang="en-US" altLang="zh-TW" dirty="0" err="1"/>
              <a:t>wget</a:t>
            </a:r>
            <a:r>
              <a:rPr kumimoji="1" lang="zh-TW" altLang="en-US" dirty="0"/>
              <a:t>  五支</a:t>
            </a:r>
            <a:r>
              <a:rPr kumimoji="1" lang="en-US" altLang="zh-TW" dirty="0"/>
              <a:t>APP</a:t>
            </a:r>
          </a:p>
          <a:p>
            <a:pPr lvl="1"/>
            <a:r>
              <a:rPr kumimoji="1" lang="en-US" altLang="zh-TW" dirty="0" err="1"/>
              <a:t>chmod</a:t>
            </a:r>
            <a:r>
              <a:rPr kumimoji="1" lang="zh-TW" altLang="en-US" dirty="0"/>
              <a:t> </a:t>
            </a:r>
            <a:r>
              <a:rPr kumimoji="1" lang="en-US" altLang="zh-TW" dirty="0"/>
              <a:t>777</a:t>
            </a:r>
            <a:r>
              <a:rPr kumimoji="1" lang="zh-TW" altLang="en-US" dirty="0"/>
              <a:t> </a:t>
            </a:r>
            <a:r>
              <a:rPr kumimoji="1" lang="en-US" altLang="zh-TW" dirty="0"/>
              <a:t>app_</a:t>
            </a:r>
            <a:r>
              <a:rPr kumimoji="1" lang="zh-TW" altLang="en-US" dirty="0"/>
              <a:t>* 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ls </a:t>
            </a:r>
          </a:p>
          <a:p>
            <a:pPr lvl="1"/>
            <a:endParaRPr kumimoji="1" lang="en-US" altLang="zh-TW" dirty="0"/>
          </a:p>
          <a:p>
            <a:pPr lvl="1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21674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CCA8-DD18-4B85-97ED-8B46EA541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C23D7-F78B-4EB7-841A-1DEBCE39D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6385A1-8D45-4D00-99CF-9DBEDBE74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7817"/>
            <a:ext cx="12192000" cy="280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381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3D1AE-358D-449D-82E7-A52751978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99689-D0BF-4790-A5B6-108A0EFDF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D42436-BF7F-4DD5-895A-6DFB4225F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6599"/>
            <a:ext cx="12192000" cy="278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705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385</Words>
  <Application>Microsoft Office PowerPoint</Application>
  <PresentationFormat>寬螢幕</PresentationFormat>
  <Paragraphs>61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分散式帳本</vt:lpstr>
      <vt:lpstr>使用說明</vt:lpstr>
      <vt:lpstr>安裝方式</vt:lpstr>
      <vt:lpstr>app_mining </vt:lpstr>
      <vt:lpstr>挖礦獎勵</vt:lpstr>
      <vt:lpstr>交作業獎勵 (暫定，動態調整金額)</vt:lpstr>
      <vt:lpstr>錯誤訊息</vt:lpstr>
      <vt:lpstr>Ubuntu 1804 無法直接執行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Chi-Ching Lee</dc:creator>
  <cp:lastModifiedBy>Chi-Ching Lee</cp:lastModifiedBy>
  <cp:revision>59</cp:revision>
  <dcterms:created xsi:type="dcterms:W3CDTF">2023-02-26T13:00:27Z</dcterms:created>
  <dcterms:modified xsi:type="dcterms:W3CDTF">2024-03-07T05:55:38Z</dcterms:modified>
</cp:coreProperties>
</file>